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sldIdLst>
    <p:sldId id="256" r:id="rId2"/>
    <p:sldId id="263" r:id="rId3"/>
    <p:sldId id="259" r:id="rId4"/>
    <p:sldId id="261" r:id="rId5"/>
    <p:sldId id="262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0A1475-02BA-E04C-F7EF-CD2D5A810D28}" v="1774" dt="2026-04-18T06:21:37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53978-10D6-4171-9AEC-DBE41A34E4D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2E99973-58CD-4BB8-9DBA-E9B2F1D74E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protect an area in case of intrusion and malicious intent.</a:t>
          </a:r>
        </a:p>
      </dgm:t>
    </dgm:pt>
    <dgm:pt modelId="{BA26099D-4C94-4637-98C5-F9BA017D536C}" type="parTrans" cxnId="{17642785-D2DF-4058-BC37-02F410EF3446}">
      <dgm:prSet/>
      <dgm:spPr/>
      <dgm:t>
        <a:bodyPr/>
        <a:lstStyle/>
        <a:p>
          <a:endParaRPr lang="en-US"/>
        </a:p>
      </dgm:t>
    </dgm:pt>
    <dgm:pt modelId="{AFF43423-7A5F-45B0-B31F-35008832C20C}" type="sibTrans" cxnId="{17642785-D2DF-4058-BC37-02F410EF3446}">
      <dgm:prSet/>
      <dgm:spPr/>
      <dgm:t>
        <a:bodyPr/>
        <a:lstStyle/>
        <a:p>
          <a:endParaRPr lang="en-US"/>
        </a:p>
      </dgm:t>
    </dgm:pt>
    <dgm:pt modelId="{4E0878EC-657A-451D-B9BB-81DEBA08E6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 low-cost solution to detect presence and respond quickly.</a:t>
          </a:r>
        </a:p>
      </dgm:t>
    </dgm:pt>
    <dgm:pt modelId="{82646FC5-D66E-4743-8B8F-2F26B6216CC7}" type="parTrans" cxnId="{3ABC5CDE-4A2C-49C7-A558-69DC7582838A}">
      <dgm:prSet/>
      <dgm:spPr/>
      <dgm:t>
        <a:bodyPr/>
        <a:lstStyle/>
        <a:p>
          <a:endParaRPr lang="en-US"/>
        </a:p>
      </dgm:t>
    </dgm:pt>
    <dgm:pt modelId="{FC01BF9F-D7D5-46EC-BB67-C2F442EBBE8D}" type="sibTrans" cxnId="{3ABC5CDE-4A2C-49C7-A558-69DC7582838A}">
      <dgm:prSet/>
      <dgm:spPr/>
      <dgm:t>
        <a:bodyPr/>
        <a:lstStyle/>
        <a:p>
          <a:endParaRPr lang="en-US"/>
        </a:p>
      </dgm:t>
    </dgm:pt>
    <dgm:pt modelId="{4F8335F2-7DC4-4FED-A952-2FBF87C1A9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Includes mode control</a:t>
          </a:r>
        </a:p>
      </dgm:t>
    </dgm:pt>
    <dgm:pt modelId="{230EC30A-31ED-4BDD-8C89-C04674FCCA85}" type="parTrans" cxnId="{B53CF988-80A9-4217-88DA-115CD8B570EB}">
      <dgm:prSet/>
      <dgm:spPr/>
      <dgm:t>
        <a:bodyPr/>
        <a:lstStyle/>
        <a:p>
          <a:endParaRPr lang="en-US"/>
        </a:p>
      </dgm:t>
    </dgm:pt>
    <dgm:pt modelId="{1BA7A74F-834A-4086-9845-B2991747EEDA}" type="sibTrans" cxnId="{B53CF988-80A9-4217-88DA-115CD8B570EB}">
      <dgm:prSet/>
      <dgm:spPr/>
      <dgm:t>
        <a:bodyPr/>
        <a:lstStyle/>
        <a:p>
          <a:endParaRPr lang="en-US"/>
        </a:p>
      </dgm:t>
    </dgm:pt>
    <dgm:pt modelId="{9BC9C8CF-FD2A-4CD8-9D5C-3E52DBF820B5}" type="pres">
      <dgm:prSet presAssocID="{49353978-10D6-4171-9AEC-DBE41A34E4D4}" presName="root" presStyleCnt="0">
        <dgm:presLayoutVars>
          <dgm:dir/>
          <dgm:resizeHandles val="exact"/>
        </dgm:presLayoutVars>
      </dgm:prSet>
      <dgm:spPr/>
    </dgm:pt>
    <dgm:pt modelId="{EC150343-EDA8-40EE-BB86-D64948963F6D}" type="pres">
      <dgm:prSet presAssocID="{92E99973-58CD-4BB8-9DBA-E9B2F1D74EB0}" presName="compNode" presStyleCnt="0"/>
      <dgm:spPr/>
    </dgm:pt>
    <dgm:pt modelId="{06B6945C-5B29-40BE-9E98-098D14A62F0C}" type="pres">
      <dgm:prSet presAssocID="{92E99973-58CD-4BB8-9DBA-E9B2F1D74EB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8DC08EBB-BFF3-4CD3-B066-932B54204D9E}" type="pres">
      <dgm:prSet presAssocID="{92E99973-58CD-4BB8-9DBA-E9B2F1D74EB0}" presName="spaceRect" presStyleCnt="0"/>
      <dgm:spPr/>
    </dgm:pt>
    <dgm:pt modelId="{451EBB53-44C8-49EB-97C6-81372C730C2C}" type="pres">
      <dgm:prSet presAssocID="{92E99973-58CD-4BB8-9DBA-E9B2F1D74EB0}" presName="textRect" presStyleLbl="revTx" presStyleIdx="0" presStyleCnt="3">
        <dgm:presLayoutVars>
          <dgm:chMax val="1"/>
          <dgm:chPref val="1"/>
        </dgm:presLayoutVars>
      </dgm:prSet>
      <dgm:spPr/>
    </dgm:pt>
    <dgm:pt modelId="{2DEEB21A-6BAB-457D-ADFE-2D6474783482}" type="pres">
      <dgm:prSet presAssocID="{AFF43423-7A5F-45B0-B31F-35008832C20C}" presName="sibTrans" presStyleCnt="0"/>
      <dgm:spPr/>
    </dgm:pt>
    <dgm:pt modelId="{0274474A-FDAE-4EC3-8C75-5DF19B9064F0}" type="pres">
      <dgm:prSet presAssocID="{4E0878EC-657A-451D-B9BB-81DEBA08E6BE}" presName="compNode" presStyleCnt="0"/>
      <dgm:spPr/>
    </dgm:pt>
    <dgm:pt modelId="{D38FCBEA-E759-46B0-96CF-ECD0942A552E}" type="pres">
      <dgm:prSet presAssocID="{4E0878EC-657A-451D-B9BB-81DEBA08E6B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EED7E844-FE62-458C-AA10-95AA2C43FF94}" type="pres">
      <dgm:prSet presAssocID="{4E0878EC-657A-451D-B9BB-81DEBA08E6BE}" presName="spaceRect" presStyleCnt="0"/>
      <dgm:spPr/>
    </dgm:pt>
    <dgm:pt modelId="{36376F5A-07F9-49CA-AC05-A9A32C7555B0}" type="pres">
      <dgm:prSet presAssocID="{4E0878EC-657A-451D-B9BB-81DEBA08E6BE}" presName="textRect" presStyleLbl="revTx" presStyleIdx="1" presStyleCnt="3">
        <dgm:presLayoutVars>
          <dgm:chMax val="1"/>
          <dgm:chPref val="1"/>
        </dgm:presLayoutVars>
      </dgm:prSet>
      <dgm:spPr/>
    </dgm:pt>
    <dgm:pt modelId="{6E94DFCC-2223-4799-A25E-FD7B7C4DDA39}" type="pres">
      <dgm:prSet presAssocID="{FC01BF9F-D7D5-46EC-BB67-C2F442EBBE8D}" presName="sibTrans" presStyleCnt="0"/>
      <dgm:spPr/>
    </dgm:pt>
    <dgm:pt modelId="{91C3CA59-F16B-42D3-A0B2-1883742E9101}" type="pres">
      <dgm:prSet presAssocID="{4F8335F2-7DC4-4FED-A952-2FBF87C1A9D9}" presName="compNode" presStyleCnt="0"/>
      <dgm:spPr/>
    </dgm:pt>
    <dgm:pt modelId="{F065B2F5-6554-428D-977B-869849687F8B}" type="pres">
      <dgm:prSet presAssocID="{4F8335F2-7DC4-4FED-A952-2FBF87C1A9D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FD73B25-84D8-4407-A184-D45FD8CE1AAB}" type="pres">
      <dgm:prSet presAssocID="{4F8335F2-7DC4-4FED-A952-2FBF87C1A9D9}" presName="spaceRect" presStyleCnt="0"/>
      <dgm:spPr/>
    </dgm:pt>
    <dgm:pt modelId="{8A06C1C1-A77F-4682-B316-F763C499D37F}" type="pres">
      <dgm:prSet presAssocID="{4F8335F2-7DC4-4FED-A952-2FBF87C1A9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B0F7E7A-D617-4058-8CE7-4F029BEA1CB7}" type="presOf" srcId="{92E99973-58CD-4BB8-9DBA-E9B2F1D74EB0}" destId="{451EBB53-44C8-49EB-97C6-81372C730C2C}" srcOrd="0" destOrd="0" presId="urn:microsoft.com/office/officeart/2018/2/layout/IconLabelList"/>
    <dgm:cxn modelId="{17642785-D2DF-4058-BC37-02F410EF3446}" srcId="{49353978-10D6-4171-9AEC-DBE41A34E4D4}" destId="{92E99973-58CD-4BB8-9DBA-E9B2F1D74EB0}" srcOrd="0" destOrd="0" parTransId="{BA26099D-4C94-4637-98C5-F9BA017D536C}" sibTransId="{AFF43423-7A5F-45B0-B31F-35008832C20C}"/>
    <dgm:cxn modelId="{5AB2A987-C1B3-4072-8BCF-A5C42934B657}" type="presOf" srcId="{4F8335F2-7DC4-4FED-A952-2FBF87C1A9D9}" destId="{8A06C1C1-A77F-4682-B316-F763C499D37F}" srcOrd="0" destOrd="0" presId="urn:microsoft.com/office/officeart/2018/2/layout/IconLabelList"/>
    <dgm:cxn modelId="{B53CF988-80A9-4217-88DA-115CD8B570EB}" srcId="{49353978-10D6-4171-9AEC-DBE41A34E4D4}" destId="{4F8335F2-7DC4-4FED-A952-2FBF87C1A9D9}" srcOrd="2" destOrd="0" parTransId="{230EC30A-31ED-4BDD-8C89-C04674FCCA85}" sibTransId="{1BA7A74F-834A-4086-9845-B2991747EEDA}"/>
    <dgm:cxn modelId="{C170AEAD-A89A-43A7-9333-02883AA51447}" type="presOf" srcId="{4E0878EC-657A-451D-B9BB-81DEBA08E6BE}" destId="{36376F5A-07F9-49CA-AC05-A9A32C7555B0}" srcOrd="0" destOrd="0" presId="urn:microsoft.com/office/officeart/2018/2/layout/IconLabelList"/>
    <dgm:cxn modelId="{6BEA5ED5-E78D-4C08-AB78-6778284F721F}" type="presOf" srcId="{49353978-10D6-4171-9AEC-DBE41A34E4D4}" destId="{9BC9C8CF-FD2A-4CD8-9D5C-3E52DBF820B5}" srcOrd="0" destOrd="0" presId="urn:microsoft.com/office/officeart/2018/2/layout/IconLabelList"/>
    <dgm:cxn modelId="{3ABC5CDE-4A2C-49C7-A558-69DC7582838A}" srcId="{49353978-10D6-4171-9AEC-DBE41A34E4D4}" destId="{4E0878EC-657A-451D-B9BB-81DEBA08E6BE}" srcOrd="1" destOrd="0" parTransId="{82646FC5-D66E-4743-8B8F-2F26B6216CC7}" sibTransId="{FC01BF9F-D7D5-46EC-BB67-C2F442EBBE8D}"/>
    <dgm:cxn modelId="{A00590D2-487E-4B74-9E46-690A24433832}" type="presParOf" srcId="{9BC9C8CF-FD2A-4CD8-9D5C-3E52DBF820B5}" destId="{EC150343-EDA8-40EE-BB86-D64948963F6D}" srcOrd="0" destOrd="0" presId="urn:microsoft.com/office/officeart/2018/2/layout/IconLabelList"/>
    <dgm:cxn modelId="{D83AFD82-75D8-4A50-A74D-310B9A22E1D0}" type="presParOf" srcId="{EC150343-EDA8-40EE-BB86-D64948963F6D}" destId="{06B6945C-5B29-40BE-9E98-098D14A62F0C}" srcOrd="0" destOrd="0" presId="urn:microsoft.com/office/officeart/2018/2/layout/IconLabelList"/>
    <dgm:cxn modelId="{FAC94CDE-7BA1-4F51-85BA-EA212D10B123}" type="presParOf" srcId="{EC150343-EDA8-40EE-BB86-D64948963F6D}" destId="{8DC08EBB-BFF3-4CD3-B066-932B54204D9E}" srcOrd="1" destOrd="0" presId="urn:microsoft.com/office/officeart/2018/2/layout/IconLabelList"/>
    <dgm:cxn modelId="{884BEA5F-1AEB-4A33-BF57-E24855EB6A61}" type="presParOf" srcId="{EC150343-EDA8-40EE-BB86-D64948963F6D}" destId="{451EBB53-44C8-49EB-97C6-81372C730C2C}" srcOrd="2" destOrd="0" presId="urn:microsoft.com/office/officeart/2018/2/layout/IconLabelList"/>
    <dgm:cxn modelId="{E42291D7-E581-4CFB-A6DC-2DC17AA9402D}" type="presParOf" srcId="{9BC9C8CF-FD2A-4CD8-9D5C-3E52DBF820B5}" destId="{2DEEB21A-6BAB-457D-ADFE-2D6474783482}" srcOrd="1" destOrd="0" presId="urn:microsoft.com/office/officeart/2018/2/layout/IconLabelList"/>
    <dgm:cxn modelId="{2FFFFD87-BBFE-4249-8184-5989035394FF}" type="presParOf" srcId="{9BC9C8CF-FD2A-4CD8-9D5C-3E52DBF820B5}" destId="{0274474A-FDAE-4EC3-8C75-5DF19B9064F0}" srcOrd="2" destOrd="0" presId="urn:microsoft.com/office/officeart/2018/2/layout/IconLabelList"/>
    <dgm:cxn modelId="{2C47C209-69C4-4E7C-83DE-C4D1E7D21B49}" type="presParOf" srcId="{0274474A-FDAE-4EC3-8C75-5DF19B9064F0}" destId="{D38FCBEA-E759-46B0-96CF-ECD0942A552E}" srcOrd="0" destOrd="0" presId="urn:microsoft.com/office/officeart/2018/2/layout/IconLabelList"/>
    <dgm:cxn modelId="{2915CEAF-E0FC-4B06-A4B2-CC1A4A4DC181}" type="presParOf" srcId="{0274474A-FDAE-4EC3-8C75-5DF19B9064F0}" destId="{EED7E844-FE62-458C-AA10-95AA2C43FF94}" srcOrd="1" destOrd="0" presId="urn:microsoft.com/office/officeart/2018/2/layout/IconLabelList"/>
    <dgm:cxn modelId="{EBAED126-C807-4871-8B2B-A5D3161C1D41}" type="presParOf" srcId="{0274474A-FDAE-4EC3-8C75-5DF19B9064F0}" destId="{36376F5A-07F9-49CA-AC05-A9A32C7555B0}" srcOrd="2" destOrd="0" presId="urn:microsoft.com/office/officeart/2018/2/layout/IconLabelList"/>
    <dgm:cxn modelId="{DA9024C7-5489-41DC-B44F-7761C88F55FA}" type="presParOf" srcId="{9BC9C8CF-FD2A-4CD8-9D5C-3E52DBF820B5}" destId="{6E94DFCC-2223-4799-A25E-FD7B7C4DDA39}" srcOrd="3" destOrd="0" presId="urn:microsoft.com/office/officeart/2018/2/layout/IconLabelList"/>
    <dgm:cxn modelId="{6D3D28E9-AD0B-4A5D-AFB2-C54285A17265}" type="presParOf" srcId="{9BC9C8CF-FD2A-4CD8-9D5C-3E52DBF820B5}" destId="{91C3CA59-F16B-42D3-A0B2-1883742E9101}" srcOrd="4" destOrd="0" presId="urn:microsoft.com/office/officeart/2018/2/layout/IconLabelList"/>
    <dgm:cxn modelId="{C56AAD2D-4043-472F-BD88-1B83B6517EE6}" type="presParOf" srcId="{91C3CA59-F16B-42D3-A0B2-1883742E9101}" destId="{F065B2F5-6554-428D-977B-869849687F8B}" srcOrd="0" destOrd="0" presId="urn:microsoft.com/office/officeart/2018/2/layout/IconLabelList"/>
    <dgm:cxn modelId="{A851E1E7-6AEE-46FA-92E9-E97A81028E34}" type="presParOf" srcId="{91C3CA59-F16B-42D3-A0B2-1883742E9101}" destId="{6FD73B25-84D8-4407-A184-D45FD8CE1AAB}" srcOrd="1" destOrd="0" presId="urn:microsoft.com/office/officeart/2018/2/layout/IconLabelList"/>
    <dgm:cxn modelId="{DBA4A745-30FA-499C-9CCB-7179DF5CD5FF}" type="presParOf" srcId="{91C3CA59-F16B-42D3-A0B2-1883742E9101}" destId="{8A06C1C1-A77F-4682-B316-F763C499D37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96DFF2-3B1B-48AD-83F1-1AC53539ABD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56DDDE-D76D-4DBA-B71B-9D3F10A289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Sensors send data to ESP32</a:t>
          </a:r>
        </a:p>
      </dgm:t>
    </dgm:pt>
    <dgm:pt modelId="{3DE02BC1-F241-4D5F-8C40-2B32DBDA5988}" type="parTrans" cxnId="{7697532D-B227-425C-AF95-CEAD911D7312}">
      <dgm:prSet/>
      <dgm:spPr/>
      <dgm:t>
        <a:bodyPr/>
        <a:lstStyle/>
        <a:p>
          <a:endParaRPr lang="en-US"/>
        </a:p>
      </dgm:t>
    </dgm:pt>
    <dgm:pt modelId="{78C18910-8DBE-444A-BC12-7DFD075C9381}" type="sibTrans" cxnId="{7697532D-B227-425C-AF95-CEAD911D73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75B5DD-CCD5-4A55-B93E-0DF6327955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--&gt; ESP32 sends data to MQTT Broker</a:t>
          </a:r>
        </a:p>
      </dgm:t>
    </dgm:pt>
    <dgm:pt modelId="{182A661D-F5EB-4FCC-9BB1-AFEB1863930D}" type="parTrans" cxnId="{F886441C-1EB0-4815-B3BB-D6997703FA58}">
      <dgm:prSet/>
      <dgm:spPr/>
      <dgm:t>
        <a:bodyPr/>
        <a:lstStyle/>
        <a:p>
          <a:endParaRPr lang="en-US"/>
        </a:p>
      </dgm:t>
    </dgm:pt>
    <dgm:pt modelId="{243E1E07-9537-42ED-9E21-699ADC434700}" type="sibTrans" cxnId="{F886441C-1EB0-4815-B3BB-D6997703FA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508DA4-2D01-46DE-A228-4A13D42369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--&gt; MQTT Broker publishes data via Data Topic</a:t>
          </a:r>
        </a:p>
      </dgm:t>
    </dgm:pt>
    <dgm:pt modelId="{8F7CC30C-A146-4D3E-8633-DFCC2596FA8B}" type="parTrans" cxnId="{1B89B6B4-6F3A-41C5-B436-78D1A0579168}">
      <dgm:prSet/>
      <dgm:spPr/>
      <dgm:t>
        <a:bodyPr/>
        <a:lstStyle/>
        <a:p>
          <a:endParaRPr lang="en-US"/>
        </a:p>
      </dgm:t>
    </dgm:pt>
    <dgm:pt modelId="{89973691-E4EA-48AB-ADBA-ECC3A5A56729}" type="sibTrans" cxnId="{1B89B6B4-6F3A-41C5-B436-78D1A05791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569668-3BBA-49BA-9A2B-0FD305AEAF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--&gt; React App, Dashboard, and MongoDB are subscribed to Data Topic</a:t>
          </a:r>
        </a:p>
      </dgm:t>
    </dgm:pt>
    <dgm:pt modelId="{5CB957FB-77F5-4944-B718-FACAA35A0F40}" type="parTrans" cxnId="{CC8BE8A5-BE34-4181-A8DD-FD0B457FD6B2}">
      <dgm:prSet/>
      <dgm:spPr/>
      <dgm:t>
        <a:bodyPr/>
        <a:lstStyle/>
        <a:p>
          <a:endParaRPr lang="en-US"/>
        </a:p>
      </dgm:t>
    </dgm:pt>
    <dgm:pt modelId="{81B40DD5-161D-436F-883E-17C2BF7AFA9D}" type="sibTrans" cxnId="{CC8BE8A5-BE34-4181-A8DD-FD0B457FD6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6C87BB-29A4-4829-BA79-3DA49DCEB2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--&gt; App and Dashboard show users updated data in real time</a:t>
          </a:r>
        </a:p>
      </dgm:t>
    </dgm:pt>
    <dgm:pt modelId="{3BD3ABD9-08F4-4BE9-BE97-BB839EB98106}" type="parTrans" cxnId="{55D3D9D9-6FDE-459A-843A-E0658E9D1199}">
      <dgm:prSet/>
      <dgm:spPr/>
      <dgm:t>
        <a:bodyPr/>
        <a:lstStyle/>
        <a:p>
          <a:endParaRPr lang="en-US"/>
        </a:p>
      </dgm:t>
    </dgm:pt>
    <dgm:pt modelId="{C0928BC4-D0F3-431A-B42B-41B5FB5F9444}" type="sibTrans" cxnId="{55D3D9D9-6FDE-459A-843A-E0658E9D11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F04792-8CA1-4B89-84F6-6C051D0479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--&gt; Commands can be sent from Dashboard or App via Command Topic</a:t>
          </a:r>
        </a:p>
      </dgm:t>
    </dgm:pt>
    <dgm:pt modelId="{6F1059F9-910F-41A2-98AB-1CEC27A6502B}" type="parTrans" cxnId="{61DE6142-5988-4005-B249-FCAEB3F9C780}">
      <dgm:prSet/>
      <dgm:spPr/>
      <dgm:t>
        <a:bodyPr/>
        <a:lstStyle/>
        <a:p>
          <a:endParaRPr lang="en-US"/>
        </a:p>
      </dgm:t>
    </dgm:pt>
    <dgm:pt modelId="{F81187CD-4C6D-46EE-B238-957FAD82C9FF}" type="sibTrans" cxnId="{61DE6142-5988-4005-B249-FCAEB3F9C7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A7941A4-B7C8-43D2-85F0-A7115521E6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--&gt; ESP32 is subscribed to the Command Topic</a:t>
          </a:r>
        </a:p>
      </dgm:t>
    </dgm:pt>
    <dgm:pt modelId="{8243B691-0C2C-4A0F-8E77-5A7CB2EDAB95}" type="parTrans" cxnId="{DDAB6B9F-050B-42E1-9935-81D46B38A39B}">
      <dgm:prSet/>
      <dgm:spPr/>
      <dgm:t>
        <a:bodyPr/>
        <a:lstStyle/>
        <a:p>
          <a:endParaRPr lang="en-US"/>
        </a:p>
      </dgm:t>
    </dgm:pt>
    <dgm:pt modelId="{23C8C956-0A7F-4461-9594-6FA88EBCACAB}" type="sibTrans" cxnId="{DDAB6B9F-050B-42E1-9935-81D46B38A3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82C8A6A-7084-40DB-B079-E021376D21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--&gt; ESP32 sets system mode according to command received</a:t>
          </a:r>
        </a:p>
      </dgm:t>
    </dgm:pt>
    <dgm:pt modelId="{16DB77F7-1445-49EC-A25F-F61CC6EE430E}" type="parTrans" cxnId="{B1AF2EA8-578A-41F4-8808-B27DB7E245A5}">
      <dgm:prSet/>
      <dgm:spPr/>
      <dgm:t>
        <a:bodyPr/>
        <a:lstStyle/>
        <a:p>
          <a:endParaRPr lang="en-US"/>
        </a:p>
      </dgm:t>
    </dgm:pt>
    <dgm:pt modelId="{3F7A9F89-B5A3-4811-B139-031F8D78F723}" type="sibTrans" cxnId="{B1AF2EA8-578A-41F4-8808-B27DB7E245A5}">
      <dgm:prSet/>
      <dgm:spPr/>
      <dgm:t>
        <a:bodyPr/>
        <a:lstStyle/>
        <a:p>
          <a:endParaRPr lang="en-US"/>
        </a:p>
      </dgm:t>
    </dgm:pt>
    <dgm:pt modelId="{DD75D7B2-CC06-4575-89F5-3F6A24C172E2}" type="pres">
      <dgm:prSet presAssocID="{2296DFF2-3B1B-48AD-83F1-1AC53539ABD2}" presName="root" presStyleCnt="0">
        <dgm:presLayoutVars>
          <dgm:dir/>
          <dgm:resizeHandles val="exact"/>
        </dgm:presLayoutVars>
      </dgm:prSet>
      <dgm:spPr/>
    </dgm:pt>
    <dgm:pt modelId="{4CB5B06A-1030-4342-B3FA-D73C5990965D}" type="pres">
      <dgm:prSet presAssocID="{2296DFF2-3B1B-48AD-83F1-1AC53539ABD2}" presName="container" presStyleCnt="0">
        <dgm:presLayoutVars>
          <dgm:dir/>
          <dgm:resizeHandles val="exact"/>
        </dgm:presLayoutVars>
      </dgm:prSet>
      <dgm:spPr/>
    </dgm:pt>
    <dgm:pt modelId="{7BE0B6BE-57BF-457B-B675-CE89328FFEE2}" type="pres">
      <dgm:prSet presAssocID="{4E56DDDE-D76D-4DBA-B71B-9D3F10A28902}" presName="compNode" presStyleCnt="0"/>
      <dgm:spPr/>
    </dgm:pt>
    <dgm:pt modelId="{42902BC5-C307-4B4B-A6CC-041FE518153D}" type="pres">
      <dgm:prSet presAssocID="{4E56DDDE-D76D-4DBA-B71B-9D3F10A28902}" presName="iconBgRect" presStyleLbl="bgShp" presStyleIdx="0" presStyleCnt="8"/>
      <dgm:spPr/>
    </dgm:pt>
    <dgm:pt modelId="{AB2E9B42-FC3E-4B29-B673-249926E17B65}" type="pres">
      <dgm:prSet presAssocID="{4E56DDDE-D76D-4DBA-B71B-9D3F10A28902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24F42643-8D4F-4984-AD65-9B0EFE79F117}" type="pres">
      <dgm:prSet presAssocID="{4E56DDDE-D76D-4DBA-B71B-9D3F10A28902}" presName="spaceRect" presStyleCnt="0"/>
      <dgm:spPr/>
    </dgm:pt>
    <dgm:pt modelId="{30B82C04-9860-4777-9B79-160090D7DD7A}" type="pres">
      <dgm:prSet presAssocID="{4E56DDDE-D76D-4DBA-B71B-9D3F10A28902}" presName="textRect" presStyleLbl="revTx" presStyleIdx="0" presStyleCnt="8">
        <dgm:presLayoutVars>
          <dgm:chMax val="1"/>
          <dgm:chPref val="1"/>
        </dgm:presLayoutVars>
      </dgm:prSet>
      <dgm:spPr/>
    </dgm:pt>
    <dgm:pt modelId="{3E2A04B4-3260-42C8-B0DD-5B688E6988AD}" type="pres">
      <dgm:prSet presAssocID="{78C18910-8DBE-444A-BC12-7DFD075C9381}" presName="sibTrans" presStyleLbl="sibTrans2D1" presStyleIdx="0" presStyleCnt="0"/>
      <dgm:spPr/>
    </dgm:pt>
    <dgm:pt modelId="{852C5B15-76D4-4D13-93E3-DB94C9080CC0}" type="pres">
      <dgm:prSet presAssocID="{1E75B5DD-CCD5-4A55-B93E-0DF632795548}" presName="compNode" presStyleCnt="0"/>
      <dgm:spPr/>
    </dgm:pt>
    <dgm:pt modelId="{CC37C428-BF47-462E-BE74-6B20F625BAB4}" type="pres">
      <dgm:prSet presAssocID="{1E75B5DD-CCD5-4A55-B93E-0DF632795548}" presName="iconBgRect" presStyleLbl="bgShp" presStyleIdx="1" presStyleCnt="8"/>
      <dgm:spPr/>
    </dgm:pt>
    <dgm:pt modelId="{DC36EFFB-A938-4430-B5EF-A5C8278E1361}" type="pres">
      <dgm:prSet presAssocID="{1E75B5DD-CCD5-4A55-B93E-0DF632795548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D0F33F6-C751-4795-BAA0-D8524425B047}" type="pres">
      <dgm:prSet presAssocID="{1E75B5DD-CCD5-4A55-B93E-0DF632795548}" presName="spaceRect" presStyleCnt="0"/>
      <dgm:spPr/>
    </dgm:pt>
    <dgm:pt modelId="{82C48B9E-3475-4996-BE7B-97A4FCE00F76}" type="pres">
      <dgm:prSet presAssocID="{1E75B5DD-CCD5-4A55-B93E-0DF632795548}" presName="textRect" presStyleLbl="revTx" presStyleIdx="1" presStyleCnt="8">
        <dgm:presLayoutVars>
          <dgm:chMax val="1"/>
          <dgm:chPref val="1"/>
        </dgm:presLayoutVars>
      </dgm:prSet>
      <dgm:spPr/>
    </dgm:pt>
    <dgm:pt modelId="{919D9E41-0009-439B-96A6-51A0FFEFFCB1}" type="pres">
      <dgm:prSet presAssocID="{243E1E07-9537-42ED-9E21-699ADC434700}" presName="sibTrans" presStyleLbl="sibTrans2D1" presStyleIdx="0" presStyleCnt="0"/>
      <dgm:spPr/>
    </dgm:pt>
    <dgm:pt modelId="{6844530E-73A8-48FE-98C8-97056F898368}" type="pres">
      <dgm:prSet presAssocID="{07508DA4-2D01-46DE-A228-4A13D42369B6}" presName="compNode" presStyleCnt="0"/>
      <dgm:spPr/>
    </dgm:pt>
    <dgm:pt modelId="{2B4143A3-10AE-4C7B-80C7-E02E34FE469C}" type="pres">
      <dgm:prSet presAssocID="{07508DA4-2D01-46DE-A228-4A13D42369B6}" presName="iconBgRect" presStyleLbl="bgShp" presStyleIdx="2" presStyleCnt="8"/>
      <dgm:spPr/>
    </dgm:pt>
    <dgm:pt modelId="{75CA39DA-842C-48E6-B007-EA0C0709F894}" type="pres">
      <dgm:prSet presAssocID="{07508DA4-2D01-46DE-A228-4A13D42369B6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69C040E-04D9-46EA-9935-9E06FD90ADB6}" type="pres">
      <dgm:prSet presAssocID="{07508DA4-2D01-46DE-A228-4A13D42369B6}" presName="spaceRect" presStyleCnt="0"/>
      <dgm:spPr/>
    </dgm:pt>
    <dgm:pt modelId="{FB0A073D-6117-44B9-8C3B-3B9DBB52B5B9}" type="pres">
      <dgm:prSet presAssocID="{07508DA4-2D01-46DE-A228-4A13D42369B6}" presName="textRect" presStyleLbl="revTx" presStyleIdx="2" presStyleCnt="8">
        <dgm:presLayoutVars>
          <dgm:chMax val="1"/>
          <dgm:chPref val="1"/>
        </dgm:presLayoutVars>
      </dgm:prSet>
      <dgm:spPr/>
    </dgm:pt>
    <dgm:pt modelId="{CB35841E-CD72-4832-BA8D-D265442B9F4F}" type="pres">
      <dgm:prSet presAssocID="{89973691-E4EA-48AB-ADBA-ECC3A5A56729}" presName="sibTrans" presStyleLbl="sibTrans2D1" presStyleIdx="0" presStyleCnt="0"/>
      <dgm:spPr/>
    </dgm:pt>
    <dgm:pt modelId="{7B9247C5-B810-4412-B3C5-4097E02343E4}" type="pres">
      <dgm:prSet presAssocID="{33569668-3BBA-49BA-9A2B-0FD305AEAF2E}" presName="compNode" presStyleCnt="0"/>
      <dgm:spPr/>
    </dgm:pt>
    <dgm:pt modelId="{7BCFE8AD-BE8C-4BD3-9D6E-246C94BE1590}" type="pres">
      <dgm:prSet presAssocID="{33569668-3BBA-49BA-9A2B-0FD305AEAF2E}" presName="iconBgRect" presStyleLbl="bgShp" presStyleIdx="3" presStyleCnt="8"/>
      <dgm:spPr/>
    </dgm:pt>
    <dgm:pt modelId="{84810696-FEE9-435C-81DB-802659B7DEE9}" type="pres">
      <dgm:prSet presAssocID="{33569668-3BBA-49BA-9A2B-0FD305AEAF2E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4C26367-B3FA-4B4E-812C-86D6394BEB3D}" type="pres">
      <dgm:prSet presAssocID="{33569668-3BBA-49BA-9A2B-0FD305AEAF2E}" presName="spaceRect" presStyleCnt="0"/>
      <dgm:spPr/>
    </dgm:pt>
    <dgm:pt modelId="{55D2D3F4-7105-4BFD-8EA8-8C3833AFCDBC}" type="pres">
      <dgm:prSet presAssocID="{33569668-3BBA-49BA-9A2B-0FD305AEAF2E}" presName="textRect" presStyleLbl="revTx" presStyleIdx="3" presStyleCnt="8">
        <dgm:presLayoutVars>
          <dgm:chMax val="1"/>
          <dgm:chPref val="1"/>
        </dgm:presLayoutVars>
      </dgm:prSet>
      <dgm:spPr/>
    </dgm:pt>
    <dgm:pt modelId="{8B6C85D1-8476-4152-AEDC-3C9EBFFC421F}" type="pres">
      <dgm:prSet presAssocID="{81B40DD5-161D-436F-883E-17C2BF7AFA9D}" presName="sibTrans" presStyleLbl="sibTrans2D1" presStyleIdx="0" presStyleCnt="0"/>
      <dgm:spPr/>
    </dgm:pt>
    <dgm:pt modelId="{E472621A-A2E2-4F41-A4B2-C7FEEDD6D0DC}" type="pres">
      <dgm:prSet presAssocID="{9B6C87BB-29A4-4829-BA79-3DA49DCEB2D9}" presName="compNode" presStyleCnt="0"/>
      <dgm:spPr/>
    </dgm:pt>
    <dgm:pt modelId="{F2C7CAAB-E4A6-4858-AC44-014725176891}" type="pres">
      <dgm:prSet presAssocID="{9B6C87BB-29A4-4829-BA79-3DA49DCEB2D9}" presName="iconBgRect" presStyleLbl="bgShp" presStyleIdx="4" presStyleCnt="8"/>
      <dgm:spPr/>
    </dgm:pt>
    <dgm:pt modelId="{5169DE5B-FBDE-45BE-A2E7-83927CEB9664}" type="pres">
      <dgm:prSet presAssocID="{9B6C87BB-29A4-4829-BA79-3DA49DCEB2D9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720C6FC-209E-49A1-A9B8-69C372210901}" type="pres">
      <dgm:prSet presAssocID="{9B6C87BB-29A4-4829-BA79-3DA49DCEB2D9}" presName="spaceRect" presStyleCnt="0"/>
      <dgm:spPr/>
    </dgm:pt>
    <dgm:pt modelId="{FEF073F9-52F1-4DF2-AD64-4CDCFEA2E53A}" type="pres">
      <dgm:prSet presAssocID="{9B6C87BB-29A4-4829-BA79-3DA49DCEB2D9}" presName="textRect" presStyleLbl="revTx" presStyleIdx="4" presStyleCnt="8">
        <dgm:presLayoutVars>
          <dgm:chMax val="1"/>
          <dgm:chPref val="1"/>
        </dgm:presLayoutVars>
      </dgm:prSet>
      <dgm:spPr/>
    </dgm:pt>
    <dgm:pt modelId="{3563E160-56AF-4AEE-9DF4-70F76347A877}" type="pres">
      <dgm:prSet presAssocID="{C0928BC4-D0F3-431A-B42B-41B5FB5F9444}" presName="sibTrans" presStyleLbl="sibTrans2D1" presStyleIdx="0" presStyleCnt="0"/>
      <dgm:spPr/>
    </dgm:pt>
    <dgm:pt modelId="{F0F7AE31-AD0F-4283-A154-90BF47371B09}" type="pres">
      <dgm:prSet presAssocID="{82F04792-8CA1-4B89-84F6-6C051D0479F4}" presName="compNode" presStyleCnt="0"/>
      <dgm:spPr/>
    </dgm:pt>
    <dgm:pt modelId="{7586F242-E77D-42D0-A7C8-057BF2194A78}" type="pres">
      <dgm:prSet presAssocID="{82F04792-8CA1-4B89-84F6-6C051D0479F4}" presName="iconBgRect" presStyleLbl="bgShp" presStyleIdx="5" presStyleCnt="8"/>
      <dgm:spPr/>
    </dgm:pt>
    <dgm:pt modelId="{8AF69914-F689-452A-9D88-60374BF3E06C}" type="pres">
      <dgm:prSet presAssocID="{82F04792-8CA1-4B89-84F6-6C051D0479F4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6A15011-37DD-4182-B103-CA4EE2423C9E}" type="pres">
      <dgm:prSet presAssocID="{82F04792-8CA1-4B89-84F6-6C051D0479F4}" presName="spaceRect" presStyleCnt="0"/>
      <dgm:spPr/>
    </dgm:pt>
    <dgm:pt modelId="{FD9302C5-576A-4DDD-A040-DE245DA3EE22}" type="pres">
      <dgm:prSet presAssocID="{82F04792-8CA1-4B89-84F6-6C051D0479F4}" presName="textRect" presStyleLbl="revTx" presStyleIdx="5" presStyleCnt="8">
        <dgm:presLayoutVars>
          <dgm:chMax val="1"/>
          <dgm:chPref val="1"/>
        </dgm:presLayoutVars>
      </dgm:prSet>
      <dgm:spPr/>
    </dgm:pt>
    <dgm:pt modelId="{3851FF4B-C53D-4BDF-B088-9FF69D31E168}" type="pres">
      <dgm:prSet presAssocID="{F81187CD-4C6D-46EE-B238-957FAD82C9FF}" presName="sibTrans" presStyleLbl="sibTrans2D1" presStyleIdx="0" presStyleCnt="0"/>
      <dgm:spPr/>
    </dgm:pt>
    <dgm:pt modelId="{264D5CF6-CB98-461E-962D-1ABC8E4C22DC}" type="pres">
      <dgm:prSet presAssocID="{AA7941A4-B7C8-43D2-85F0-A7115521E6B4}" presName="compNode" presStyleCnt="0"/>
      <dgm:spPr/>
    </dgm:pt>
    <dgm:pt modelId="{C040A6EB-95D1-4D8C-8C7A-C0DEF9CEDECB}" type="pres">
      <dgm:prSet presAssocID="{AA7941A4-B7C8-43D2-85F0-A7115521E6B4}" presName="iconBgRect" presStyleLbl="bgShp" presStyleIdx="6" presStyleCnt="8"/>
      <dgm:spPr/>
    </dgm:pt>
    <dgm:pt modelId="{AC9D3116-69CF-437C-91AB-57469E49D1AB}" type="pres">
      <dgm:prSet presAssocID="{AA7941A4-B7C8-43D2-85F0-A7115521E6B4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D59ABCF4-64FE-4F51-9F12-7E015CC44699}" type="pres">
      <dgm:prSet presAssocID="{AA7941A4-B7C8-43D2-85F0-A7115521E6B4}" presName="spaceRect" presStyleCnt="0"/>
      <dgm:spPr/>
    </dgm:pt>
    <dgm:pt modelId="{19682672-33F8-4733-97D8-E0C792F23D8E}" type="pres">
      <dgm:prSet presAssocID="{AA7941A4-B7C8-43D2-85F0-A7115521E6B4}" presName="textRect" presStyleLbl="revTx" presStyleIdx="6" presStyleCnt="8">
        <dgm:presLayoutVars>
          <dgm:chMax val="1"/>
          <dgm:chPref val="1"/>
        </dgm:presLayoutVars>
      </dgm:prSet>
      <dgm:spPr/>
    </dgm:pt>
    <dgm:pt modelId="{2C74FC66-7C17-459D-812F-4CD1169A31EF}" type="pres">
      <dgm:prSet presAssocID="{23C8C956-0A7F-4461-9594-6FA88EBCACAB}" presName="sibTrans" presStyleLbl="sibTrans2D1" presStyleIdx="0" presStyleCnt="0"/>
      <dgm:spPr/>
    </dgm:pt>
    <dgm:pt modelId="{1920C3E8-280F-4827-83FD-D8ABA0E6B899}" type="pres">
      <dgm:prSet presAssocID="{782C8A6A-7084-40DB-B079-E021376D21D1}" presName="compNode" presStyleCnt="0"/>
      <dgm:spPr/>
    </dgm:pt>
    <dgm:pt modelId="{F754022E-A015-43CE-838F-4B2308ACBAE7}" type="pres">
      <dgm:prSet presAssocID="{782C8A6A-7084-40DB-B079-E021376D21D1}" presName="iconBgRect" presStyleLbl="bgShp" presStyleIdx="7" presStyleCnt="8"/>
      <dgm:spPr/>
    </dgm:pt>
    <dgm:pt modelId="{0EDC34DD-CD36-4115-8FC0-01A6995B50DD}" type="pres">
      <dgm:prSet presAssocID="{782C8A6A-7084-40DB-B079-E021376D21D1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AD8AB63-BE3B-4780-BD97-301810E43DE6}" type="pres">
      <dgm:prSet presAssocID="{782C8A6A-7084-40DB-B079-E021376D21D1}" presName="spaceRect" presStyleCnt="0"/>
      <dgm:spPr/>
    </dgm:pt>
    <dgm:pt modelId="{073CDE14-0DC8-4C27-BBCC-D3A32F6E2D72}" type="pres">
      <dgm:prSet presAssocID="{782C8A6A-7084-40DB-B079-E021376D21D1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05478B05-6C09-44DA-8A37-13F9A72AA594}" type="presOf" srcId="{782C8A6A-7084-40DB-B079-E021376D21D1}" destId="{073CDE14-0DC8-4C27-BBCC-D3A32F6E2D72}" srcOrd="0" destOrd="0" presId="urn:microsoft.com/office/officeart/2018/2/layout/IconCircleList"/>
    <dgm:cxn modelId="{F886441C-1EB0-4815-B3BB-D6997703FA58}" srcId="{2296DFF2-3B1B-48AD-83F1-1AC53539ABD2}" destId="{1E75B5DD-CCD5-4A55-B93E-0DF632795548}" srcOrd="1" destOrd="0" parTransId="{182A661D-F5EB-4FCC-9BB1-AFEB1863930D}" sibTransId="{243E1E07-9537-42ED-9E21-699ADC434700}"/>
    <dgm:cxn modelId="{E14A952C-8EF7-4E73-A6E0-5A61F1892F31}" type="presOf" srcId="{F81187CD-4C6D-46EE-B238-957FAD82C9FF}" destId="{3851FF4B-C53D-4BDF-B088-9FF69D31E168}" srcOrd="0" destOrd="0" presId="urn:microsoft.com/office/officeart/2018/2/layout/IconCircleList"/>
    <dgm:cxn modelId="{7697532D-B227-425C-AF95-CEAD911D7312}" srcId="{2296DFF2-3B1B-48AD-83F1-1AC53539ABD2}" destId="{4E56DDDE-D76D-4DBA-B71B-9D3F10A28902}" srcOrd="0" destOrd="0" parTransId="{3DE02BC1-F241-4D5F-8C40-2B32DBDA5988}" sibTransId="{78C18910-8DBE-444A-BC12-7DFD075C9381}"/>
    <dgm:cxn modelId="{DAD10E32-A175-4AB4-9954-0A1742965F9B}" type="presOf" srcId="{AA7941A4-B7C8-43D2-85F0-A7115521E6B4}" destId="{19682672-33F8-4733-97D8-E0C792F23D8E}" srcOrd="0" destOrd="0" presId="urn:microsoft.com/office/officeart/2018/2/layout/IconCircleList"/>
    <dgm:cxn modelId="{1D31433B-48E6-4120-A2F8-8C21DECA84B2}" type="presOf" srcId="{1E75B5DD-CCD5-4A55-B93E-0DF632795548}" destId="{82C48B9E-3475-4996-BE7B-97A4FCE00F76}" srcOrd="0" destOrd="0" presId="urn:microsoft.com/office/officeart/2018/2/layout/IconCircleList"/>
    <dgm:cxn modelId="{61DE6142-5988-4005-B249-FCAEB3F9C780}" srcId="{2296DFF2-3B1B-48AD-83F1-1AC53539ABD2}" destId="{82F04792-8CA1-4B89-84F6-6C051D0479F4}" srcOrd="5" destOrd="0" parTransId="{6F1059F9-910F-41A2-98AB-1CEC27A6502B}" sibTransId="{F81187CD-4C6D-46EE-B238-957FAD82C9FF}"/>
    <dgm:cxn modelId="{81B4DB6A-BB17-41E7-85E0-23C974643CBA}" type="presOf" srcId="{2296DFF2-3B1B-48AD-83F1-1AC53539ABD2}" destId="{DD75D7B2-CC06-4575-89F5-3F6A24C172E2}" srcOrd="0" destOrd="0" presId="urn:microsoft.com/office/officeart/2018/2/layout/IconCircleList"/>
    <dgm:cxn modelId="{910D8B56-3DAC-48AD-8B50-21D99AB41971}" type="presOf" srcId="{07508DA4-2D01-46DE-A228-4A13D42369B6}" destId="{FB0A073D-6117-44B9-8C3B-3B9DBB52B5B9}" srcOrd="0" destOrd="0" presId="urn:microsoft.com/office/officeart/2018/2/layout/IconCircleList"/>
    <dgm:cxn modelId="{38575A85-ECA7-46D2-A3D8-D8102C2628AF}" type="presOf" srcId="{4E56DDDE-D76D-4DBA-B71B-9D3F10A28902}" destId="{30B82C04-9860-4777-9B79-160090D7DD7A}" srcOrd="0" destOrd="0" presId="urn:microsoft.com/office/officeart/2018/2/layout/IconCircleList"/>
    <dgm:cxn modelId="{444CF197-39D2-4B2D-9BC2-70A1B0CEE660}" type="presOf" srcId="{33569668-3BBA-49BA-9A2B-0FD305AEAF2E}" destId="{55D2D3F4-7105-4BFD-8EA8-8C3833AFCDBC}" srcOrd="0" destOrd="0" presId="urn:microsoft.com/office/officeart/2018/2/layout/IconCircleList"/>
    <dgm:cxn modelId="{50E01298-888D-48AE-9B8A-B2A42DF0E89F}" type="presOf" srcId="{23C8C956-0A7F-4461-9594-6FA88EBCACAB}" destId="{2C74FC66-7C17-459D-812F-4CD1169A31EF}" srcOrd="0" destOrd="0" presId="urn:microsoft.com/office/officeart/2018/2/layout/IconCircleList"/>
    <dgm:cxn modelId="{DDAB6B9F-050B-42E1-9935-81D46B38A39B}" srcId="{2296DFF2-3B1B-48AD-83F1-1AC53539ABD2}" destId="{AA7941A4-B7C8-43D2-85F0-A7115521E6B4}" srcOrd="6" destOrd="0" parTransId="{8243B691-0C2C-4A0F-8E77-5A7CB2EDAB95}" sibTransId="{23C8C956-0A7F-4461-9594-6FA88EBCACAB}"/>
    <dgm:cxn modelId="{CC8BE8A5-BE34-4181-A8DD-FD0B457FD6B2}" srcId="{2296DFF2-3B1B-48AD-83F1-1AC53539ABD2}" destId="{33569668-3BBA-49BA-9A2B-0FD305AEAF2E}" srcOrd="3" destOrd="0" parTransId="{5CB957FB-77F5-4944-B718-FACAA35A0F40}" sibTransId="{81B40DD5-161D-436F-883E-17C2BF7AFA9D}"/>
    <dgm:cxn modelId="{B1AF2EA8-578A-41F4-8808-B27DB7E245A5}" srcId="{2296DFF2-3B1B-48AD-83F1-1AC53539ABD2}" destId="{782C8A6A-7084-40DB-B079-E021376D21D1}" srcOrd="7" destOrd="0" parTransId="{16DB77F7-1445-49EC-A25F-F61CC6EE430E}" sibTransId="{3F7A9F89-B5A3-4811-B139-031F8D78F723}"/>
    <dgm:cxn modelId="{1B89B6B4-6F3A-41C5-B436-78D1A0579168}" srcId="{2296DFF2-3B1B-48AD-83F1-1AC53539ABD2}" destId="{07508DA4-2D01-46DE-A228-4A13D42369B6}" srcOrd="2" destOrd="0" parTransId="{8F7CC30C-A146-4D3E-8633-DFCC2596FA8B}" sibTransId="{89973691-E4EA-48AB-ADBA-ECC3A5A56729}"/>
    <dgm:cxn modelId="{C593CFBA-AAB2-43DE-BC89-A050B1F4C4C5}" type="presOf" srcId="{82F04792-8CA1-4B89-84F6-6C051D0479F4}" destId="{FD9302C5-576A-4DDD-A040-DE245DA3EE22}" srcOrd="0" destOrd="0" presId="urn:microsoft.com/office/officeart/2018/2/layout/IconCircleList"/>
    <dgm:cxn modelId="{7A8339BC-8269-41F2-A9AD-8B968A25B99D}" type="presOf" srcId="{81B40DD5-161D-436F-883E-17C2BF7AFA9D}" destId="{8B6C85D1-8476-4152-AEDC-3C9EBFFC421F}" srcOrd="0" destOrd="0" presId="urn:microsoft.com/office/officeart/2018/2/layout/IconCircleList"/>
    <dgm:cxn modelId="{407755C1-C5C6-40B8-B0E4-67F4C40FF88D}" type="presOf" srcId="{243E1E07-9537-42ED-9E21-699ADC434700}" destId="{919D9E41-0009-439B-96A6-51A0FFEFFCB1}" srcOrd="0" destOrd="0" presId="urn:microsoft.com/office/officeart/2018/2/layout/IconCircleList"/>
    <dgm:cxn modelId="{0473F7C8-941A-40C0-B548-B1134365035C}" type="presOf" srcId="{89973691-E4EA-48AB-ADBA-ECC3A5A56729}" destId="{CB35841E-CD72-4832-BA8D-D265442B9F4F}" srcOrd="0" destOrd="0" presId="urn:microsoft.com/office/officeart/2018/2/layout/IconCircleList"/>
    <dgm:cxn modelId="{8793AACC-7794-4B60-A850-671D07DD13E2}" type="presOf" srcId="{78C18910-8DBE-444A-BC12-7DFD075C9381}" destId="{3E2A04B4-3260-42C8-B0DD-5B688E6988AD}" srcOrd="0" destOrd="0" presId="urn:microsoft.com/office/officeart/2018/2/layout/IconCircleList"/>
    <dgm:cxn modelId="{55D3D9D9-6FDE-459A-843A-E0658E9D1199}" srcId="{2296DFF2-3B1B-48AD-83F1-1AC53539ABD2}" destId="{9B6C87BB-29A4-4829-BA79-3DA49DCEB2D9}" srcOrd="4" destOrd="0" parTransId="{3BD3ABD9-08F4-4BE9-BE97-BB839EB98106}" sibTransId="{C0928BC4-D0F3-431A-B42B-41B5FB5F9444}"/>
    <dgm:cxn modelId="{7C86FADF-BD81-45C3-B19E-988EC216B4BA}" type="presOf" srcId="{9B6C87BB-29A4-4829-BA79-3DA49DCEB2D9}" destId="{FEF073F9-52F1-4DF2-AD64-4CDCFEA2E53A}" srcOrd="0" destOrd="0" presId="urn:microsoft.com/office/officeart/2018/2/layout/IconCircleList"/>
    <dgm:cxn modelId="{224903E4-D080-438E-8414-AAD044098A49}" type="presOf" srcId="{C0928BC4-D0F3-431A-B42B-41B5FB5F9444}" destId="{3563E160-56AF-4AEE-9DF4-70F76347A877}" srcOrd="0" destOrd="0" presId="urn:microsoft.com/office/officeart/2018/2/layout/IconCircleList"/>
    <dgm:cxn modelId="{F9B9498C-E23F-4298-AAFE-07AEF320DC40}" type="presParOf" srcId="{DD75D7B2-CC06-4575-89F5-3F6A24C172E2}" destId="{4CB5B06A-1030-4342-B3FA-D73C5990965D}" srcOrd="0" destOrd="0" presId="urn:microsoft.com/office/officeart/2018/2/layout/IconCircleList"/>
    <dgm:cxn modelId="{1EC79C83-72DC-4198-A783-4A199144A1D1}" type="presParOf" srcId="{4CB5B06A-1030-4342-B3FA-D73C5990965D}" destId="{7BE0B6BE-57BF-457B-B675-CE89328FFEE2}" srcOrd="0" destOrd="0" presId="urn:microsoft.com/office/officeart/2018/2/layout/IconCircleList"/>
    <dgm:cxn modelId="{4C53804A-ABEC-4CDA-B718-20CB850F65D9}" type="presParOf" srcId="{7BE0B6BE-57BF-457B-B675-CE89328FFEE2}" destId="{42902BC5-C307-4B4B-A6CC-041FE518153D}" srcOrd="0" destOrd="0" presId="urn:microsoft.com/office/officeart/2018/2/layout/IconCircleList"/>
    <dgm:cxn modelId="{38356196-B8F4-45BA-A81F-79FAB79DB908}" type="presParOf" srcId="{7BE0B6BE-57BF-457B-B675-CE89328FFEE2}" destId="{AB2E9B42-FC3E-4B29-B673-249926E17B65}" srcOrd="1" destOrd="0" presId="urn:microsoft.com/office/officeart/2018/2/layout/IconCircleList"/>
    <dgm:cxn modelId="{24DA618E-B110-4545-BBE9-A97EB45389BC}" type="presParOf" srcId="{7BE0B6BE-57BF-457B-B675-CE89328FFEE2}" destId="{24F42643-8D4F-4984-AD65-9B0EFE79F117}" srcOrd="2" destOrd="0" presId="urn:microsoft.com/office/officeart/2018/2/layout/IconCircleList"/>
    <dgm:cxn modelId="{FC738531-9241-4E60-A4F8-42219AF569BF}" type="presParOf" srcId="{7BE0B6BE-57BF-457B-B675-CE89328FFEE2}" destId="{30B82C04-9860-4777-9B79-160090D7DD7A}" srcOrd="3" destOrd="0" presId="urn:microsoft.com/office/officeart/2018/2/layout/IconCircleList"/>
    <dgm:cxn modelId="{DF081DF1-8E3E-4AA6-8B06-864DD6092030}" type="presParOf" srcId="{4CB5B06A-1030-4342-B3FA-D73C5990965D}" destId="{3E2A04B4-3260-42C8-B0DD-5B688E6988AD}" srcOrd="1" destOrd="0" presId="urn:microsoft.com/office/officeart/2018/2/layout/IconCircleList"/>
    <dgm:cxn modelId="{74947A44-0E95-47AD-AF70-5ED356E65248}" type="presParOf" srcId="{4CB5B06A-1030-4342-B3FA-D73C5990965D}" destId="{852C5B15-76D4-4D13-93E3-DB94C9080CC0}" srcOrd="2" destOrd="0" presId="urn:microsoft.com/office/officeart/2018/2/layout/IconCircleList"/>
    <dgm:cxn modelId="{E205E3F9-B7B4-4FAA-8026-60C04A69433E}" type="presParOf" srcId="{852C5B15-76D4-4D13-93E3-DB94C9080CC0}" destId="{CC37C428-BF47-462E-BE74-6B20F625BAB4}" srcOrd="0" destOrd="0" presId="urn:microsoft.com/office/officeart/2018/2/layout/IconCircleList"/>
    <dgm:cxn modelId="{5965BD9A-1756-4C8C-B2F8-2B02054E35A4}" type="presParOf" srcId="{852C5B15-76D4-4D13-93E3-DB94C9080CC0}" destId="{DC36EFFB-A938-4430-B5EF-A5C8278E1361}" srcOrd="1" destOrd="0" presId="urn:microsoft.com/office/officeart/2018/2/layout/IconCircleList"/>
    <dgm:cxn modelId="{389EFE3D-B822-448C-A407-B06FDA3422D8}" type="presParOf" srcId="{852C5B15-76D4-4D13-93E3-DB94C9080CC0}" destId="{DD0F33F6-C751-4795-BAA0-D8524425B047}" srcOrd="2" destOrd="0" presId="urn:microsoft.com/office/officeart/2018/2/layout/IconCircleList"/>
    <dgm:cxn modelId="{3D654FE4-99C5-4FD9-84C7-6A0C038330CA}" type="presParOf" srcId="{852C5B15-76D4-4D13-93E3-DB94C9080CC0}" destId="{82C48B9E-3475-4996-BE7B-97A4FCE00F76}" srcOrd="3" destOrd="0" presId="urn:microsoft.com/office/officeart/2018/2/layout/IconCircleList"/>
    <dgm:cxn modelId="{6E44E850-6A26-46A6-9323-5968C5968559}" type="presParOf" srcId="{4CB5B06A-1030-4342-B3FA-D73C5990965D}" destId="{919D9E41-0009-439B-96A6-51A0FFEFFCB1}" srcOrd="3" destOrd="0" presId="urn:microsoft.com/office/officeart/2018/2/layout/IconCircleList"/>
    <dgm:cxn modelId="{9948675A-01CB-4D7F-89FE-65930A1BCBF6}" type="presParOf" srcId="{4CB5B06A-1030-4342-B3FA-D73C5990965D}" destId="{6844530E-73A8-48FE-98C8-97056F898368}" srcOrd="4" destOrd="0" presId="urn:microsoft.com/office/officeart/2018/2/layout/IconCircleList"/>
    <dgm:cxn modelId="{D678CD13-7177-4BAA-82EA-7930F21CDE61}" type="presParOf" srcId="{6844530E-73A8-48FE-98C8-97056F898368}" destId="{2B4143A3-10AE-4C7B-80C7-E02E34FE469C}" srcOrd="0" destOrd="0" presId="urn:microsoft.com/office/officeart/2018/2/layout/IconCircleList"/>
    <dgm:cxn modelId="{9CF86CB8-4344-4A96-9421-E4AA9ED24DB4}" type="presParOf" srcId="{6844530E-73A8-48FE-98C8-97056F898368}" destId="{75CA39DA-842C-48E6-B007-EA0C0709F894}" srcOrd="1" destOrd="0" presId="urn:microsoft.com/office/officeart/2018/2/layout/IconCircleList"/>
    <dgm:cxn modelId="{FAC9548D-21D9-40B3-99B6-4A47FA0B12C0}" type="presParOf" srcId="{6844530E-73A8-48FE-98C8-97056F898368}" destId="{D69C040E-04D9-46EA-9935-9E06FD90ADB6}" srcOrd="2" destOrd="0" presId="urn:microsoft.com/office/officeart/2018/2/layout/IconCircleList"/>
    <dgm:cxn modelId="{6197BB51-81F8-4CD4-B159-CD357D02FC44}" type="presParOf" srcId="{6844530E-73A8-48FE-98C8-97056F898368}" destId="{FB0A073D-6117-44B9-8C3B-3B9DBB52B5B9}" srcOrd="3" destOrd="0" presId="urn:microsoft.com/office/officeart/2018/2/layout/IconCircleList"/>
    <dgm:cxn modelId="{A3B0E1BB-840A-487F-8DE1-FA239A3F3D5D}" type="presParOf" srcId="{4CB5B06A-1030-4342-B3FA-D73C5990965D}" destId="{CB35841E-CD72-4832-BA8D-D265442B9F4F}" srcOrd="5" destOrd="0" presId="urn:microsoft.com/office/officeart/2018/2/layout/IconCircleList"/>
    <dgm:cxn modelId="{5AE447A2-E9B2-4B40-8406-437CD0D9A27D}" type="presParOf" srcId="{4CB5B06A-1030-4342-B3FA-D73C5990965D}" destId="{7B9247C5-B810-4412-B3C5-4097E02343E4}" srcOrd="6" destOrd="0" presId="urn:microsoft.com/office/officeart/2018/2/layout/IconCircleList"/>
    <dgm:cxn modelId="{D07CEE57-2399-4784-BDE2-7FD502853ACE}" type="presParOf" srcId="{7B9247C5-B810-4412-B3C5-4097E02343E4}" destId="{7BCFE8AD-BE8C-4BD3-9D6E-246C94BE1590}" srcOrd="0" destOrd="0" presId="urn:microsoft.com/office/officeart/2018/2/layout/IconCircleList"/>
    <dgm:cxn modelId="{9C18844A-A509-4F76-86DD-2C0110F8F555}" type="presParOf" srcId="{7B9247C5-B810-4412-B3C5-4097E02343E4}" destId="{84810696-FEE9-435C-81DB-802659B7DEE9}" srcOrd="1" destOrd="0" presId="urn:microsoft.com/office/officeart/2018/2/layout/IconCircleList"/>
    <dgm:cxn modelId="{4D6F3FA6-7F16-4A28-9879-F1409C38DFBA}" type="presParOf" srcId="{7B9247C5-B810-4412-B3C5-4097E02343E4}" destId="{94C26367-B3FA-4B4E-812C-86D6394BEB3D}" srcOrd="2" destOrd="0" presId="urn:microsoft.com/office/officeart/2018/2/layout/IconCircleList"/>
    <dgm:cxn modelId="{9FA496C8-28A3-4F95-98DD-8A2F04A1F978}" type="presParOf" srcId="{7B9247C5-B810-4412-B3C5-4097E02343E4}" destId="{55D2D3F4-7105-4BFD-8EA8-8C3833AFCDBC}" srcOrd="3" destOrd="0" presId="urn:microsoft.com/office/officeart/2018/2/layout/IconCircleList"/>
    <dgm:cxn modelId="{2A53D1FF-DA60-4CE2-936E-750A6183643E}" type="presParOf" srcId="{4CB5B06A-1030-4342-B3FA-D73C5990965D}" destId="{8B6C85D1-8476-4152-AEDC-3C9EBFFC421F}" srcOrd="7" destOrd="0" presId="urn:microsoft.com/office/officeart/2018/2/layout/IconCircleList"/>
    <dgm:cxn modelId="{4ED22FE6-ABB8-4169-AEC9-1C574B847D78}" type="presParOf" srcId="{4CB5B06A-1030-4342-B3FA-D73C5990965D}" destId="{E472621A-A2E2-4F41-A4B2-C7FEEDD6D0DC}" srcOrd="8" destOrd="0" presId="urn:microsoft.com/office/officeart/2018/2/layout/IconCircleList"/>
    <dgm:cxn modelId="{2798293E-12EA-4B35-B767-5B7FE390925F}" type="presParOf" srcId="{E472621A-A2E2-4F41-A4B2-C7FEEDD6D0DC}" destId="{F2C7CAAB-E4A6-4858-AC44-014725176891}" srcOrd="0" destOrd="0" presId="urn:microsoft.com/office/officeart/2018/2/layout/IconCircleList"/>
    <dgm:cxn modelId="{5EB9A50D-C475-4C96-98C7-1DE9DD38C2CC}" type="presParOf" srcId="{E472621A-A2E2-4F41-A4B2-C7FEEDD6D0DC}" destId="{5169DE5B-FBDE-45BE-A2E7-83927CEB9664}" srcOrd="1" destOrd="0" presId="urn:microsoft.com/office/officeart/2018/2/layout/IconCircleList"/>
    <dgm:cxn modelId="{273BB9EC-EF13-4DEF-A419-22E4AC92DC48}" type="presParOf" srcId="{E472621A-A2E2-4F41-A4B2-C7FEEDD6D0DC}" destId="{1720C6FC-209E-49A1-A9B8-69C372210901}" srcOrd="2" destOrd="0" presId="urn:microsoft.com/office/officeart/2018/2/layout/IconCircleList"/>
    <dgm:cxn modelId="{95EBED6A-79B5-4FC7-AFCB-D405A92A7A0C}" type="presParOf" srcId="{E472621A-A2E2-4F41-A4B2-C7FEEDD6D0DC}" destId="{FEF073F9-52F1-4DF2-AD64-4CDCFEA2E53A}" srcOrd="3" destOrd="0" presId="urn:microsoft.com/office/officeart/2018/2/layout/IconCircleList"/>
    <dgm:cxn modelId="{B48CB136-2646-4E2B-A1F6-BBC8B6C1F925}" type="presParOf" srcId="{4CB5B06A-1030-4342-B3FA-D73C5990965D}" destId="{3563E160-56AF-4AEE-9DF4-70F76347A877}" srcOrd="9" destOrd="0" presId="urn:microsoft.com/office/officeart/2018/2/layout/IconCircleList"/>
    <dgm:cxn modelId="{87E7D44A-5EB3-49E3-9EAB-00C8E75CE4AD}" type="presParOf" srcId="{4CB5B06A-1030-4342-B3FA-D73C5990965D}" destId="{F0F7AE31-AD0F-4283-A154-90BF47371B09}" srcOrd="10" destOrd="0" presId="urn:microsoft.com/office/officeart/2018/2/layout/IconCircleList"/>
    <dgm:cxn modelId="{EFDD2EB5-54FE-4B08-8876-0A66FBF553E2}" type="presParOf" srcId="{F0F7AE31-AD0F-4283-A154-90BF47371B09}" destId="{7586F242-E77D-42D0-A7C8-057BF2194A78}" srcOrd="0" destOrd="0" presId="urn:microsoft.com/office/officeart/2018/2/layout/IconCircleList"/>
    <dgm:cxn modelId="{F3521CFF-D634-459B-8D94-DC8C9E09E424}" type="presParOf" srcId="{F0F7AE31-AD0F-4283-A154-90BF47371B09}" destId="{8AF69914-F689-452A-9D88-60374BF3E06C}" srcOrd="1" destOrd="0" presId="urn:microsoft.com/office/officeart/2018/2/layout/IconCircleList"/>
    <dgm:cxn modelId="{A7215454-A396-4DAC-9D7D-ED2D3EE03E39}" type="presParOf" srcId="{F0F7AE31-AD0F-4283-A154-90BF47371B09}" destId="{16A15011-37DD-4182-B103-CA4EE2423C9E}" srcOrd="2" destOrd="0" presId="urn:microsoft.com/office/officeart/2018/2/layout/IconCircleList"/>
    <dgm:cxn modelId="{E68A5274-F5F3-4F21-BBE1-F05B0EC8ED95}" type="presParOf" srcId="{F0F7AE31-AD0F-4283-A154-90BF47371B09}" destId="{FD9302C5-576A-4DDD-A040-DE245DA3EE22}" srcOrd="3" destOrd="0" presId="urn:microsoft.com/office/officeart/2018/2/layout/IconCircleList"/>
    <dgm:cxn modelId="{89E8A37A-BBCC-42F6-9BB9-08955942BA7E}" type="presParOf" srcId="{4CB5B06A-1030-4342-B3FA-D73C5990965D}" destId="{3851FF4B-C53D-4BDF-B088-9FF69D31E168}" srcOrd="11" destOrd="0" presId="urn:microsoft.com/office/officeart/2018/2/layout/IconCircleList"/>
    <dgm:cxn modelId="{B4516D60-33DA-45D6-AF37-260B1AD30EA5}" type="presParOf" srcId="{4CB5B06A-1030-4342-B3FA-D73C5990965D}" destId="{264D5CF6-CB98-461E-962D-1ABC8E4C22DC}" srcOrd="12" destOrd="0" presId="urn:microsoft.com/office/officeart/2018/2/layout/IconCircleList"/>
    <dgm:cxn modelId="{1584FA96-FE21-414D-A886-F23C11F8E687}" type="presParOf" srcId="{264D5CF6-CB98-461E-962D-1ABC8E4C22DC}" destId="{C040A6EB-95D1-4D8C-8C7A-C0DEF9CEDECB}" srcOrd="0" destOrd="0" presId="urn:microsoft.com/office/officeart/2018/2/layout/IconCircleList"/>
    <dgm:cxn modelId="{72DBA161-812C-4EC1-B3DA-CBD26C363487}" type="presParOf" srcId="{264D5CF6-CB98-461E-962D-1ABC8E4C22DC}" destId="{AC9D3116-69CF-437C-91AB-57469E49D1AB}" srcOrd="1" destOrd="0" presId="urn:microsoft.com/office/officeart/2018/2/layout/IconCircleList"/>
    <dgm:cxn modelId="{9819C007-2074-4A3A-8C89-9DB9F73C17C0}" type="presParOf" srcId="{264D5CF6-CB98-461E-962D-1ABC8E4C22DC}" destId="{D59ABCF4-64FE-4F51-9F12-7E015CC44699}" srcOrd="2" destOrd="0" presId="urn:microsoft.com/office/officeart/2018/2/layout/IconCircleList"/>
    <dgm:cxn modelId="{61C5591E-038B-4BEB-8AEA-72F7FE002B77}" type="presParOf" srcId="{264D5CF6-CB98-461E-962D-1ABC8E4C22DC}" destId="{19682672-33F8-4733-97D8-E0C792F23D8E}" srcOrd="3" destOrd="0" presId="urn:microsoft.com/office/officeart/2018/2/layout/IconCircleList"/>
    <dgm:cxn modelId="{AE5B33B3-73B7-45C3-B8A6-E502983257C0}" type="presParOf" srcId="{4CB5B06A-1030-4342-B3FA-D73C5990965D}" destId="{2C74FC66-7C17-459D-812F-4CD1169A31EF}" srcOrd="13" destOrd="0" presId="urn:microsoft.com/office/officeart/2018/2/layout/IconCircleList"/>
    <dgm:cxn modelId="{7A92EE8E-D683-4997-9A7D-0704EBE28FAB}" type="presParOf" srcId="{4CB5B06A-1030-4342-B3FA-D73C5990965D}" destId="{1920C3E8-280F-4827-83FD-D8ABA0E6B899}" srcOrd="14" destOrd="0" presId="urn:microsoft.com/office/officeart/2018/2/layout/IconCircleList"/>
    <dgm:cxn modelId="{43A0D232-9AA5-4378-B58A-B27A23BDA336}" type="presParOf" srcId="{1920C3E8-280F-4827-83FD-D8ABA0E6B899}" destId="{F754022E-A015-43CE-838F-4B2308ACBAE7}" srcOrd="0" destOrd="0" presId="urn:microsoft.com/office/officeart/2018/2/layout/IconCircleList"/>
    <dgm:cxn modelId="{E315DE0A-5A64-4CA5-8271-4F08EF0F07A4}" type="presParOf" srcId="{1920C3E8-280F-4827-83FD-D8ABA0E6B899}" destId="{0EDC34DD-CD36-4115-8FC0-01A6995B50DD}" srcOrd="1" destOrd="0" presId="urn:microsoft.com/office/officeart/2018/2/layout/IconCircleList"/>
    <dgm:cxn modelId="{89B5C19E-FE1D-4DFA-AC9E-17305097704F}" type="presParOf" srcId="{1920C3E8-280F-4827-83FD-D8ABA0E6B899}" destId="{6AD8AB63-BE3B-4780-BD97-301810E43DE6}" srcOrd="2" destOrd="0" presId="urn:microsoft.com/office/officeart/2018/2/layout/IconCircleList"/>
    <dgm:cxn modelId="{252C3D71-179B-4A1F-9FFA-C48CE84E47A1}" type="presParOf" srcId="{1920C3E8-280F-4827-83FD-D8ABA0E6B899}" destId="{073CDE14-0DC8-4C27-BBCC-D3A32F6E2D7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22E724-BF96-4344-ACCA-B1C6C11FAAF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7EECDE-706E-4A1E-AD59-8C9AAD4D8EE3}">
      <dgm:prSet/>
      <dgm:spPr/>
      <dgm:t>
        <a:bodyPr/>
        <a:lstStyle/>
        <a:p>
          <a:r>
            <a:rPr lang="en-US"/>
            <a:t>ESP32: main control unit for hardware</a:t>
          </a:r>
        </a:p>
      </dgm:t>
    </dgm:pt>
    <dgm:pt modelId="{E4CE3B42-3031-4A46-8AF5-10E79F3090E4}" type="parTrans" cxnId="{C5989B00-2FFD-4C66-84D4-9C00D830C353}">
      <dgm:prSet/>
      <dgm:spPr/>
      <dgm:t>
        <a:bodyPr/>
        <a:lstStyle/>
        <a:p>
          <a:endParaRPr lang="en-US"/>
        </a:p>
      </dgm:t>
    </dgm:pt>
    <dgm:pt modelId="{5C09ED42-6AD1-4674-97D9-E69B5471E0A3}" type="sibTrans" cxnId="{C5989B00-2FFD-4C66-84D4-9C00D830C353}">
      <dgm:prSet/>
      <dgm:spPr/>
      <dgm:t>
        <a:bodyPr/>
        <a:lstStyle/>
        <a:p>
          <a:endParaRPr lang="en-US"/>
        </a:p>
      </dgm:t>
    </dgm:pt>
    <dgm:pt modelId="{4DC04C6D-94F0-409A-B725-AD6B07699393}">
      <dgm:prSet/>
      <dgm:spPr/>
      <dgm:t>
        <a:bodyPr/>
        <a:lstStyle/>
        <a:p>
          <a:r>
            <a:rPr lang="en-US"/>
            <a:t>PIR Motion Sensor: HC SR-501 infrared motion sensor</a:t>
          </a:r>
        </a:p>
      </dgm:t>
    </dgm:pt>
    <dgm:pt modelId="{CDFB43D3-24A7-46E4-A2B3-B547A2181040}" type="parTrans" cxnId="{53B3A4A0-F030-4E8B-AB9C-944F4324A190}">
      <dgm:prSet/>
      <dgm:spPr/>
      <dgm:t>
        <a:bodyPr/>
        <a:lstStyle/>
        <a:p>
          <a:endParaRPr lang="en-US"/>
        </a:p>
      </dgm:t>
    </dgm:pt>
    <dgm:pt modelId="{C04B9F4D-FF16-4233-88DD-8BF0D093765B}" type="sibTrans" cxnId="{53B3A4A0-F030-4E8B-AB9C-944F4324A190}">
      <dgm:prSet/>
      <dgm:spPr/>
      <dgm:t>
        <a:bodyPr/>
        <a:lstStyle/>
        <a:p>
          <a:endParaRPr lang="en-US"/>
        </a:p>
      </dgm:t>
    </dgm:pt>
    <dgm:pt modelId="{EAE5D7E2-AFEE-48DA-A1CA-2AC8FB63D3A0}">
      <dgm:prSet/>
      <dgm:spPr/>
      <dgm:t>
        <a:bodyPr/>
        <a:lstStyle/>
        <a:p>
          <a:r>
            <a:rPr lang="en-US"/>
            <a:t>Sonar Sensor: HC-SR04 ultrasonic ranging module</a:t>
          </a:r>
        </a:p>
      </dgm:t>
    </dgm:pt>
    <dgm:pt modelId="{E893536B-0E5C-409A-B477-E671A448E198}" type="parTrans" cxnId="{9595BE79-FC79-436E-95AD-21E5B4001712}">
      <dgm:prSet/>
      <dgm:spPr/>
      <dgm:t>
        <a:bodyPr/>
        <a:lstStyle/>
        <a:p>
          <a:endParaRPr lang="en-US"/>
        </a:p>
      </dgm:t>
    </dgm:pt>
    <dgm:pt modelId="{8B556B72-A656-4D8E-9AB5-B5D02CFF5D7B}" type="sibTrans" cxnId="{9595BE79-FC79-436E-95AD-21E5B4001712}">
      <dgm:prSet/>
      <dgm:spPr/>
      <dgm:t>
        <a:bodyPr/>
        <a:lstStyle/>
        <a:p>
          <a:endParaRPr lang="en-US"/>
        </a:p>
      </dgm:t>
    </dgm:pt>
    <dgm:pt modelId="{053B4C45-1E53-40D3-AA24-66877F83CCA4}">
      <dgm:prSet/>
      <dgm:spPr/>
      <dgm:t>
        <a:bodyPr/>
        <a:lstStyle/>
        <a:p>
          <a:r>
            <a:rPr lang="en-US"/>
            <a:t>LED and 220Ohm resistor</a:t>
          </a:r>
        </a:p>
      </dgm:t>
    </dgm:pt>
    <dgm:pt modelId="{0BECFFD5-B3CA-4186-BEFB-2AAA0928E006}" type="parTrans" cxnId="{A9EBBFFA-093D-403E-8072-42936F2A0D86}">
      <dgm:prSet/>
      <dgm:spPr/>
      <dgm:t>
        <a:bodyPr/>
        <a:lstStyle/>
        <a:p>
          <a:endParaRPr lang="en-US"/>
        </a:p>
      </dgm:t>
    </dgm:pt>
    <dgm:pt modelId="{48C7A1C1-A735-4BB3-A37B-3834C605A83A}" type="sibTrans" cxnId="{A9EBBFFA-093D-403E-8072-42936F2A0D86}">
      <dgm:prSet/>
      <dgm:spPr/>
      <dgm:t>
        <a:bodyPr/>
        <a:lstStyle/>
        <a:p>
          <a:endParaRPr lang="en-US"/>
        </a:p>
      </dgm:t>
    </dgm:pt>
    <dgm:pt modelId="{86F6C579-0906-4CFA-A8BC-FAF9E692173D}">
      <dgm:prSet/>
      <dgm:spPr/>
      <dgm:t>
        <a:bodyPr/>
        <a:lstStyle/>
        <a:p>
          <a:r>
            <a:rPr lang="en-US"/>
            <a:t>4 piezo buzzers</a:t>
          </a:r>
        </a:p>
      </dgm:t>
    </dgm:pt>
    <dgm:pt modelId="{D5461F8F-53CC-4041-92F3-B14BC249F943}" type="parTrans" cxnId="{79717A7B-1E1C-4397-8118-B4EFCA92B797}">
      <dgm:prSet/>
      <dgm:spPr/>
      <dgm:t>
        <a:bodyPr/>
        <a:lstStyle/>
        <a:p>
          <a:endParaRPr lang="en-US"/>
        </a:p>
      </dgm:t>
    </dgm:pt>
    <dgm:pt modelId="{5B311513-8C87-4CEE-B5B3-06DB2B53DBA5}" type="sibTrans" cxnId="{79717A7B-1E1C-4397-8118-B4EFCA92B797}">
      <dgm:prSet/>
      <dgm:spPr/>
      <dgm:t>
        <a:bodyPr/>
        <a:lstStyle/>
        <a:p>
          <a:endParaRPr lang="en-US"/>
        </a:p>
      </dgm:t>
    </dgm:pt>
    <dgm:pt modelId="{1B375A19-C398-4380-83DA-EE6885FBFE8E}" type="pres">
      <dgm:prSet presAssocID="{B622E724-BF96-4344-ACCA-B1C6C11FAAFB}" presName="outerComposite" presStyleCnt="0">
        <dgm:presLayoutVars>
          <dgm:chMax val="5"/>
          <dgm:dir/>
          <dgm:resizeHandles val="exact"/>
        </dgm:presLayoutVars>
      </dgm:prSet>
      <dgm:spPr/>
    </dgm:pt>
    <dgm:pt modelId="{3A2CB166-8EA1-45E4-92C1-89D3E634D1C3}" type="pres">
      <dgm:prSet presAssocID="{B622E724-BF96-4344-ACCA-B1C6C11FAAFB}" presName="dummyMaxCanvas" presStyleCnt="0">
        <dgm:presLayoutVars/>
      </dgm:prSet>
      <dgm:spPr/>
    </dgm:pt>
    <dgm:pt modelId="{BE99AC95-A0B4-4ADD-9D20-CAB4DBC298EB}" type="pres">
      <dgm:prSet presAssocID="{B622E724-BF96-4344-ACCA-B1C6C11FAAFB}" presName="FiveNodes_1" presStyleLbl="node1" presStyleIdx="0" presStyleCnt="5">
        <dgm:presLayoutVars>
          <dgm:bulletEnabled val="1"/>
        </dgm:presLayoutVars>
      </dgm:prSet>
      <dgm:spPr/>
    </dgm:pt>
    <dgm:pt modelId="{B4DC9DF0-4C46-4668-8F8A-430D566209E0}" type="pres">
      <dgm:prSet presAssocID="{B622E724-BF96-4344-ACCA-B1C6C11FAAFB}" presName="FiveNodes_2" presStyleLbl="node1" presStyleIdx="1" presStyleCnt="5">
        <dgm:presLayoutVars>
          <dgm:bulletEnabled val="1"/>
        </dgm:presLayoutVars>
      </dgm:prSet>
      <dgm:spPr/>
    </dgm:pt>
    <dgm:pt modelId="{F851FD2B-7196-4B7E-B6E9-D8F97298D69D}" type="pres">
      <dgm:prSet presAssocID="{B622E724-BF96-4344-ACCA-B1C6C11FAAFB}" presName="FiveNodes_3" presStyleLbl="node1" presStyleIdx="2" presStyleCnt="5">
        <dgm:presLayoutVars>
          <dgm:bulletEnabled val="1"/>
        </dgm:presLayoutVars>
      </dgm:prSet>
      <dgm:spPr/>
    </dgm:pt>
    <dgm:pt modelId="{F790D5BB-0841-4764-BD5D-3951328C42D4}" type="pres">
      <dgm:prSet presAssocID="{B622E724-BF96-4344-ACCA-B1C6C11FAAFB}" presName="FiveNodes_4" presStyleLbl="node1" presStyleIdx="3" presStyleCnt="5">
        <dgm:presLayoutVars>
          <dgm:bulletEnabled val="1"/>
        </dgm:presLayoutVars>
      </dgm:prSet>
      <dgm:spPr/>
    </dgm:pt>
    <dgm:pt modelId="{3EA7FDC2-76E6-41B0-A342-1BBAB805AFCD}" type="pres">
      <dgm:prSet presAssocID="{B622E724-BF96-4344-ACCA-B1C6C11FAAFB}" presName="FiveNodes_5" presStyleLbl="node1" presStyleIdx="4" presStyleCnt="5">
        <dgm:presLayoutVars>
          <dgm:bulletEnabled val="1"/>
        </dgm:presLayoutVars>
      </dgm:prSet>
      <dgm:spPr/>
    </dgm:pt>
    <dgm:pt modelId="{8F230DC4-1076-46D0-900B-E134FB34757A}" type="pres">
      <dgm:prSet presAssocID="{B622E724-BF96-4344-ACCA-B1C6C11FAAFB}" presName="FiveConn_1-2" presStyleLbl="fgAccFollowNode1" presStyleIdx="0" presStyleCnt="4">
        <dgm:presLayoutVars>
          <dgm:bulletEnabled val="1"/>
        </dgm:presLayoutVars>
      </dgm:prSet>
      <dgm:spPr/>
    </dgm:pt>
    <dgm:pt modelId="{3CEE937C-2199-441D-B6B1-229E5F07E659}" type="pres">
      <dgm:prSet presAssocID="{B622E724-BF96-4344-ACCA-B1C6C11FAAFB}" presName="FiveConn_2-3" presStyleLbl="fgAccFollowNode1" presStyleIdx="1" presStyleCnt="4">
        <dgm:presLayoutVars>
          <dgm:bulletEnabled val="1"/>
        </dgm:presLayoutVars>
      </dgm:prSet>
      <dgm:spPr/>
    </dgm:pt>
    <dgm:pt modelId="{BE5A704F-8334-45ED-B595-31A54A65BAE7}" type="pres">
      <dgm:prSet presAssocID="{B622E724-BF96-4344-ACCA-B1C6C11FAAFB}" presName="FiveConn_3-4" presStyleLbl="fgAccFollowNode1" presStyleIdx="2" presStyleCnt="4">
        <dgm:presLayoutVars>
          <dgm:bulletEnabled val="1"/>
        </dgm:presLayoutVars>
      </dgm:prSet>
      <dgm:spPr/>
    </dgm:pt>
    <dgm:pt modelId="{9A911292-41A4-4B77-A63B-129852BF2F0C}" type="pres">
      <dgm:prSet presAssocID="{B622E724-BF96-4344-ACCA-B1C6C11FAAFB}" presName="FiveConn_4-5" presStyleLbl="fgAccFollowNode1" presStyleIdx="3" presStyleCnt="4">
        <dgm:presLayoutVars>
          <dgm:bulletEnabled val="1"/>
        </dgm:presLayoutVars>
      </dgm:prSet>
      <dgm:spPr/>
    </dgm:pt>
    <dgm:pt modelId="{D64591DA-8752-4A9C-B4D4-FDBEFE86D6B0}" type="pres">
      <dgm:prSet presAssocID="{B622E724-BF96-4344-ACCA-B1C6C11FAAFB}" presName="FiveNodes_1_text" presStyleLbl="node1" presStyleIdx="4" presStyleCnt="5">
        <dgm:presLayoutVars>
          <dgm:bulletEnabled val="1"/>
        </dgm:presLayoutVars>
      </dgm:prSet>
      <dgm:spPr/>
    </dgm:pt>
    <dgm:pt modelId="{AB0D55D0-8432-453C-B667-4E6D3BFF9F9D}" type="pres">
      <dgm:prSet presAssocID="{B622E724-BF96-4344-ACCA-B1C6C11FAAFB}" presName="FiveNodes_2_text" presStyleLbl="node1" presStyleIdx="4" presStyleCnt="5">
        <dgm:presLayoutVars>
          <dgm:bulletEnabled val="1"/>
        </dgm:presLayoutVars>
      </dgm:prSet>
      <dgm:spPr/>
    </dgm:pt>
    <dgm:pt modelId="{B9EF4813-75BE-4179-A77F-038F63C0AAF6}" type="pres">
      <dgm:prSet presAssocID="{B622E724-BF96-4344-ACCA-B1C6C11FAAFB}" presName="FiveNodes_3_text" presStyleLbl="node1" presStyleIdx="4" presStyleCnt="5">
        <dgm:presLayoutVars>
          <dgm:bulletEnabled val="1"/>
        </dgm:presLayoutVars>
      </dgm:prSet>
      <dgm:spPr/>
    </dgm:pt>
    <dgm:pt modelId="{BA314D2C-6133-47A4-A1B8-3537B1F57BDE}" type="pres">
      <dgm:prSet presAssocID="{B622E724-BF96-4344-ACCA-B1C6C11FAAFB}" presName="FiveNodes_4_text" presStyleLbl="node1" presStyleIdx="4" presStyleCnt="5">
        <dgm:presLayoutVars>
          <dgm:bulletEnabled val="1"/>
        </dgm:presLayoutVars>
      </dgm:prSet>
      <dgm:spPr/>
    </dgm:pt>
    <dgm:pt modelId="{7DB1153D-50C3-459D-A86E-54ED3C1407FA}" type="pres">
      <dgm:prSet presAssocID="{B622E724-BF96-4344-ACCA-B1C6C11FAAF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5989B00-2FFD-4C66-84D4-9C00D830C353}" srcId="{B622E724-BF96-4344-ACCA-B1C6C11FAAFB}" destId="{8F7EECDE-706E-4A1E-AD59-8C9AAD4D8EE3}" srcOrd="0" destOrd="0" parTransId="{E4CE3B42-3031-4A46-8AF5-10E79F3090E4}" sibTransId="{5C09ED42-6AD1-4674-97D9-E69B5471E0A3}"/>
    <dgm:cxn modelId="{C5FCC211-8317-46E1-8E26-44AE46B75F4D}" type="presOf" srcId="{B622E724-BF96-4344-ACCA-B1C6C11FAAFB}" destId="{1B375A19-C398-4380-83DA-EE6885FBFE8E}" srcOrd="0" destOrd="0" presId="urn:microsoft.com/office/officeart/2005/8/layout/vProcess5"/>
    <dgm:cxn modelId="{A8729D29-FBA8-40E9-8B94-AF119C8B802F}" type="presOf" srcId="{86F6C579-0906-4CFA-A8BC-FAF9E692173D}" destId="{3EA7FDC2-76E6-41B0-A342-1BBAB805AFCD}" srcOrd="0" destOrd="0" presId="urn:microsoft.com/office/officeart/2005/8/layout/vProcess5"/>
    <dgm:cxn modelId="{BC3D1631-8C69-42F9-984A-8DED9E3C0F1B}" type="presOf" srcId="{5C09ED42-6AD1-4674-97D9-E69B5471E0A3}" destId="{8F230DC4-1076-46D0-900B-E134FB34757A}" srcOrd="0" destOrd="0" presId="urn:microsoft.com/office/officeart/2005/8/layout/vProcess5"/>
    <dgm:cxn modelId="{F9E3003D-0B35-46E0-AE3E-B1045147462F}" type="presOf" srcId="{053B4C45-1E53-40D3-AA24-66877F83CCA4}" destId="{BA314D2C-6133-47A4-A1B8-3537B1F57BDE}" srcOrd="1" destOrd="0" presId="urn:microsoft.com/office/officeart/2005/8/layout/vProcess5"/>
    <dgm:cxn modelId="{A16DFC5E-E3D5-46AC-9121-9734DDF56AC6}" type="presOf" srcId="{8F7EECDE-706E-4A1E-AD59-8C9AAD4D8EE3}" destId="{D64591DA-8752-4A9C-B4D4-FDBEFE86D6B0}" srcOrd="1" destOrd="0" presId="urn:microsoft.com/office/officeart/2005/8/layout/vProcess5"/>
    <dgm:cxn modelId="{B6FF6746-B87A-4BC1-96BF-501A3E0CC976}" type="presOf" srcId="{4DC04C6D-94F0-409A-B725-AD6B07699393}" destId="{AB0D55D0-8432-453C-B667-4E6D3BFF9F9D}" srcOrd="1" destOrd="0" presId="urn:microsoft.com/office/officeart/2005/8/layout/vProcess5"/>
    <dgm:cxn modelId="{2C101D4E-4E69-436B-B22C-86C2CD7FD75B}" type="presOf" srcId="{8B556B72-A656-4D8E-9AB5-B5D02CFF5D7B}" destId="{BE5A704F-8334-45ED-B595-31A54A65BAE7}" srcOrd="0" destOrd="0" presId="urn:microsoft.com/office/officeart/2005/8/layout/vProcess5"/>
    <dgm:cxn modelId="{69E0B54F-778C-4ADC-9E3E-84E9C2D8FAEB}" type="presOf" srcId="{053B4C45-1E53-40D3-AA24-66877F83CCA4}" destId="{F790D5BB-0841-4764-BD5D-3951328C42D4}" srcOrd="0" destOrd="0" presId="urn:microsoft.com/office/officeart/2005/8/layout/vProcess5"/>
    <dgm:cxn modelId="{9595BE79-FC79-436E-95AD-21E5B4001712}" srcId="{B622E724-BF96-4344-ACCA-B1C6C11FAAFB}" destId="{EAE5D7E2-AFEE-48DA-A1CA-2AC8FB63D3A0}" srcOrd="2" destOrd="0" parTransId="{E893536B-0E5C-409A-B477-E671A448E198}" sibTransId="{8B556B72-A656-4D8E-9AB5-B5D02CFF5D7B}"/>
    <dgm:cxn modelId="{36CC737A-5183-47CD-9F83-CC6099074B40}" type="presOf" srcId="{4DC04C6D-94F0-409A-B725-AD6B07699393}" destId="{B4DC9DF0-4C46-4668-8F8A-430D566209E0}" srcOrd="0" destOrd="0" presId="urn:microsoft.com/office/officeart/2005/8/layout/vProcess5"/>
    <dgm:cxn modelId="{79717A7B-1E1C-4397-8118-B4EFCA92B797}" srcId="{B622E724-BF96-4344-ACCA-B1C6C11FAAFB}" destId="{86F6C579-0906-4CFA-A8BC-FAF9E692173D}" srcOrd="4" destOrd="0" parTransId="{D5461F8F-53CC-4041-92F3-B14BC249F943}" sibTransId="{5B311513-8C87-4CEE-B5B3-06DB2B53DBA5}"/>
    <dgm:cxn modelId="{4B9F4683-70D0-4584-BA34-A66A3C2C2260}" type="presOf" srcId="{48C7A1C1-A735-4BB3-A37B-3834C605A83A}" destId="{9A911292-41A4-4B77-A63B-129852BF2F0C}" srcOrd="0" destOrd="0" presId="urn:microsoft.com/office/officeart/2005/8/layout/vProcess5"/>
    <dgm:cxn modelId="{4991D19D-E459-4FCD-AAA8-7F49CE91C057}" type="presOf" srcId="{86F6C579-0906-4CFA-A8BC-FAF9E692173D}" destId="{7DB1153D-50C3-459D-A86E-54ED3C1407FA}" srcOrd="1" destOrd="0" presId="urn:microsoft.com/office/officeart/2005/8/layout/vProcess5"/>
    <dgm:cxn modelId="{53B3A4A0-F030-4E8B-AB9C-944F4324A190}" srcId="{B622E724-BF96-4344-ACCA-B1C6C11FAAFB}" destId="{4DC04C6D-94F0-409A-B725-AD6B07699393}" srcOrd="1" destOrd="0" parTransId="{CDFB43D3-24A7-46E4-A2B3-B547A2181040}" sibTransId="{C04B9F4D-FF16-4233-88DD-8BF0D093765B}"/>
    <dgm:cxn modelId="{1925CEDA-2B84-49AA-B874-285C362885E0}" type="presOf" srcId="{EAE5D7E2-AFEE-48DA-A1CA-2AC8FB63D3A0}" destId="{B9EF4813-75BE-4179-A77F-038F63C0AAF6}" srcOrd="1" destOrd="0" presId="urn:microsoft.com/office/officeart/2005/8/layout/vProcess5"/>
    <dgm:cxn modelId="{808198E0-E921-49E6-AD97-19990CF048E1}" type="presOf" srcId="{EAE5D7E2-AFEE-48DA-A1CA-2AC8FB63D3A0}" destId="{F851FD2B-7196-4B7E-B6E9-D8F97298D69D}" srcOrd="0" destOrd="0" presId="urn:microsoft.com/office/officeart/2005/8/layout/vProcess5"/>
    <dgm:cxn modelId="{616890F0-B4A7-4AE7-BC48-F3EF00D8BFC9}" type="presOf" srcId="{C04B9F4D-FF16-4233-88DD-8BF0D093765B}" destId="{3CEE937C-2199-441D-B6B1-229E5F07E659}" srcOrd="0" destOrd="0" presId="urn:microsoft.com/office/officeart/2005/8/layout/vProcess5"/>
    <dgm:cxn modelId="{A9EBBFFA-093D-403E-8072-42936F2A0D86}" srcId="{B622E724-BF96-4344-ACCA-B1C6C11FAAFB}" destId="{053B4C45-1E53-40D3-AA24-66877F83CCA4}" srcOrd="3" destOrd="0" parTransId="{0BECFFD5-B3CA-4186-BEFB-2AAA0928E006}" sibTransId="{48C7A1C1-A735-4BB3-A37B-3834C605A83A}"/>
    <dgm:cxn modelId="{8D430AFD-3DFF-4D9F-9DF1-5A4126D7134F}" type="presOf" srcId="{8F7EECDE-706E-4A1E-AD59-8C9AAD4D8EE3}" destId="{BE99AC95-A0B4-4ADD-9D20-CAB4DBC298EB}" srcOrd="0" destOrd="0" presId="urn:microsoft.com/office/officeart/2005/8/layout/vProcess5"/>
    <dgm:cxn modelId="{947A248A-57E0-46C3-9FCE-47467CF87B15}" type="presParOf" srcId="{1B375A19-C398-4380-83DA-EE6885FBFE8E}" destId="{3A2CB166-8EA1-45E4-92C1-89D3E634D1C3}" srcOrd="0" destOrd="0" presId="urn:microsoft.com/office/officeart/2005/8/layout/vProcess5"/>
    <dgm:cxn modelId="{08B7EF5C-7BF9-4B1A-82EA-01D7225F30CB}" type="presParOf" srcId="{1B375A19-C398-4380-83DA-EE6885FBFE8E}" destId="{BE99AC95-A0B4-4ADD-9D20-CAB4DBC298EB}" srcOrd="1" destOrd="0" presId="urn:microsoft.com/office/officeart/2005/8/layout/vProcess5"/>
    <dgm:cxn modelId="{662FBA19-8D6F-48A8-80AF-D7F9C313E560}" type="presParOf" srcId="{1B375A19-C398-4380-83DA-EE6885FBFE8E}" destId="{B4DC9DF0-4C46-4668-8F8A-430D566209E0}" srcOrd="2" destOrd="0" presId="urn:microsoft.com/office/officeart/2005/8/layout/vProcess5"/>
    <dgm:cxn modelId="{BAA8FBE5-CBB3-4B85-9DA8-A555F50F78B1}" type="presParOf" srcId="{1B375A19-C398-4380-83DA-EE6885FBFE8E}" destId="{F851FD2B-7196-4B7E-B6E9-D8F97298D69D}" srcOrd="3" destOrd="0" presId="urn:microsoft.com/office/officeart/2005/8/layout/vProcess5"/>
    <dgm:cxn modelId="{1D468898-FCF0-4717-B286-96757F8EE00C}" type="presParOf" srcId="{1B375A19-C398-4380-83DA-EE6885FBFE8E}" destId="{F790D5BB-0841-4764-BD5D-3951328C42D4}" srcOrd="4" destOrd="0" presId="urn:microsoft.com/office/officeart/2005/8/layout/vProcess5"/>
    <dgm:cxn modelId="{760C27B6-2A7E-4983-85B6-159D86D33435}" type="presParOf" srcId="{1B375A19-C398-4380-83DA-EE6885FBFE8E}" destId="{3EA7FDC2-76E6-41B0-A342-1BBAB805AFCD}" srcOrd="5" destOrd="0" presId="urn:microsoft.com/office/officeart/2005/8/layout/vProcess5"/>
    <dgm:cxn modelId="{4DEEA06B-E641-4A75-9FCB-B9CBA2E4DA98}" type="presParOf" srcId="{1B375A19-C398-4380-83DA-EE6885FBFE8E}" destId="{8F230DC4-1076-46D0-900B-E134FB34757A}" srcOrd="6" destOrd="0" presId="urn:microsoft.com/office/officeart/2005/8/layout/vProcess5"/>
    <dgm:cxn modelId="{FD26EAAF-37F5-4809-B220-A3AD68440A8A}" type="presParOf" srcId="{1B375A19-C398-4380-83DA-EE6885FBFE8E}" destId="{3CEE937C-2199-441D-B6B1-229E5F07E659}" srcOrd="7" destOrd="0" presId="urn:microsoft.com/office/officeart/2005/8/layout/vProcess5"/>
    <dgm:cxn modelId="{428D6053-8ACB-4FC3-B4F7-B056855B3C18}" type="presParOf" srcId="{1B375A19-C398-4380-83DA-EE6885FBFE8E}" destId="{BE5A704F-8334-45ED-B595-31A54A65BAE7}" srcOrd="8" destOrd="0" presId="urn:microsoft.com/office/officeart/2005/8/layout/vProcess5"/>
    <dgm:cxn modelId="{76A9FB93-074A-44BF-8349-EADF5176340D}" type="presParOf" srcId="{1B375A19-C398-4380-83DA-EE6885FBFE8E}" destId="{9A911292-41A4-4B77-A63B-129852BF2F0C}" srcOrd="9" destOrd="0" presId="urn:microsoft.com/office/officeart/2005/8/layout/vProcess5"/>
    <dgm:cxn modelId="{D2426985-6EFC-4474-A66C-DC19BDF7CCB3}" type="presParOf" srcId="{1B375A19-C398-4380-83DA-EE6885FBFE8E}" destId="{D64591DA-8752-4A9C-B4D4-FDBEFE86D6B0}" srcOrd="10" destOrd="0" presId="urn:microsoft.com/office/officeart/2005/8/layout/vProcess5"/>
    <dgm:cxn modelId="{AFE4C718-9C77-48F5-AE20-1DFDFAEC0E4E}" type="presParOf" srcId="{1B375A19-C398-4380-83DA-EE6885FBFE8E}" destId="{AB0D55D0-8432-453C-B667-4E6D3BFF9F9D}" srcOrd="11" destOrd="0" presId="urn:microsoft.com/office/officeart/2005/8/layout/vProcess5"/>
    <dgm:cxn modelId="{CEDC10E5-1F22-4461-96C9-6C9321F4F918}" type="presParOf" srcId="{1B375A19-C398-4380-83DA-EE6885FBFE8E}" destId="{B9EF4813-75BE-4179-A77F-038F63C0AAF6}" srcOrd="12" destOrd="0" presId="urn:microsoft.com/office/officeart/2005/8/layout/vProcess5"/>
    <dgm:cxn modelId="{522FE642-977F-45A8-805F-ED644AD3F798}" type="presParOf" srcId="{1B375A19-C398-4380-83DA-EE6885FBFE8E}" destId="{BA314D2C-6133-47A4-A1B8-3537B1F57BDE}" srcOrd="13" destOrd="0" presId="urn:microsoft.com/office/officeart/2005/8/layout/vProcess5"/>
    <dgm:cxn modelId="{519D713C-D273-453C-BC79-37E6D23046EF}" type="presParOf" srcId="{1B375A19-C398-4380-83DA-EE6885FBFE8E}" destId="{7DB1153D-50C3-459D-A86E-54ED3C1407F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DA73EE-3FA5-46BE-886E-93AAF1A0179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CB51AF-FCF8-4E67-8EF3-85057233766B}">
      <dgm:prSet/>
      <dgm:spPr/>
      <dgm:t>
        <a:bodyPr/>
        <a:lstStyle/>
        <a:p>
          <a:r>
            <a:rPr lang="en-US"/>
            <a:t>Our ESP32, sensors, and actuators</a:t>
          </a:r>
        </a:p>
      </dgm:t>
    </dgm:pt>
    <dgm:pt modelId="{95C4C812-8535-40BD-A06A-2CF5D29F3473}" type="parTrans" cxnId="{303A66D9-4937-4328-9F24-B1971C02AF0D}">
      <dgm:prSet/>
      <dgm:spPr/>
      <dgm:t>
        <a:bodyPr/>
        <a:lstStyle/>
        <a:p>
          <a:endParaRPr lang="en-US"/>
        </a:p>
      </dgm:t>
    </dgm:pt>
    <dgm:pt modelId="{FD9D4B31-0E2D-4928-BCF2-D80BE72FF291}" type="sibTrans" cxnId="{303A66D9-4937-4328-9F24-B1971C02AF0D}">
      <dgm:prSet/>
      <dgm:spPr/>
      <dgm:t>
        <a:bodyPr/>
        <a:lstStyle/>
        <a:p>
          <a:endParaRPr lang="en-US"/>
        </a:p>
      </dgm:t>
    </dgm:pt>
    <dgm:pt modelId="{7BFF6C94-F82E-4F6C-AC27-B85FB4169AC7}">
      <dgm:prSet/>
      <dgm:spPr/>
      <dgm:t>
        <a:bodyPr/>
        <a:lstStyle/>
        <a:p>
          <a:r>
            <a:rPr lang="en-US"/>
            <a:t>Live data uploaded to the database and shown on our Dashboard and React App.</a:t>
          </a:r>
        </a:p>
      </dgm:t>
    </dgm:pt>
    <dgm:pt modelId="{9BE014C4-EC6E-4F30-9490-4E9491484BEE}" type="parTrans" cxnId="{F566F017-0F9D-4C39-A527-B4FD2C8C8D82}">
      <dgm:prSet/>
      <dgm:spPr/>
      <dgm:t>
        <a:bodyPr/>
        <a:lstStyle/>
        <a:p>
          <a:endParaRPr lang="en-US"/>
        </a:p>
      </dgm:t>
    </dgm:pt>
    <dgm:pt modelId="{B210D156-E3B6-4953-9719-CB87D37E8999}" type="sibTrans" cxnId="{F566F017-0F9D-4C39-A527-B4FD2C8C8D82}">
      <dgm:prSet/>
      <dgm:spPr/>
      <dgm:t>
        <a:bodyPr/>
        <a:lstStyle/>
        <a:p>
          <a:endParaRPr lang="en-US"/>
        </a:p>
      </dgm:t>
    </dgm:pt>
    <dgm:pt modelId="{BE12EE07-8C6E-430F-B97F-3B23B8383337}">
      <dgm:prSet/>
      <dgm:spPr/>
      <dgm:t>
        <a:bodyPr/>
        <a:lstStyle/>
        <a:p>
          <a:r>
            <a:rPr lang="en-US"/>
            <a:t>Live triggering of our actuators when presence is detected.</a:t>
          </a:r>
        </a:p>
      </dgm:t>
    </dgm:pt>
    <dgm:pt modelId="{C9695515-EACA-4FA3-A18F-063E13CAED80}" type="parTrans" cxnId="{45EADD8B-6EC4-4061-98DC-DD329CF6EE97}">
      <dgm:prSet/>
      <dgm:spPr/>
      <dgm:t>
        <a:bodyPr/>
        <a:lstStyle/>
        <a:p>
          <a:endParaRPr lang="en-US"/>
        </a:p>
      </dgm:t>
    </dgm:pt>
    <dgm:pt modelId="{3E13B14E-3227-4C58-A4EF-E4ABF628AB53}" type="sibTrans" cxnId="{45EADD8B-6EC4-4061-98DC-DD329CF6EE97}">
      <dgm:prSet/>
      <dgm:spPr/>
      <dgm:t>
        <a:bodyPr/>
        <a:lstStyle/>
        <a:p>
          <a:endParaRPr lang="en-US"/>
        </a:p>
      </dgm:t>
    </dgm:pt>
    <dgm:pt modelId="{1DD81AF5-9CBA-4047-A200-60A83120211E}">
      <dgm:prSet/>
      <dgm:spPr/>
      <dgm:t>
        <a:bodyPr/>
        <a:lstStyle/>
        <a:p>
          <a:r>
            <a:rPr lang="en-US"/>
            <a:t>What different modes do for our system.</a:t>
          </a:r>
        </a:p>
      </dgm:t>
    </dgm:pt>
    <dgm:pt modelId="{5FAF5E3E-7149-4FF7-A5EB-B357EEA18D95}" type="parTrans" cxnId="{3DA62FC5-C5ED-4834-9A71-232E5A71CAB6}">
      <dgm:prSet/>
      <dgm:spPr/>
      <dgm:t>
        <a:bodyPr/>
        <a:lstStyle/>
        <a:p>
          <a:endParaRPr lang="en-US"/>
        </a:p>
      </dgm:t>
    </dgm:pt>
    <dgm:pt modelId="{ED9CC81F-4E63-471B-AB23-7C5D886E6415}" type="sibTrans" cxnId="{3DA62FC5-C5ED-4834-9A71-232E5A71CAB6}">
      <dgm:prSet/>
      <dgm:spPr/>
      <dgm:t>
        <a:bodyPr/>
        <a:lstStyle/>
        <a:p>
          <a:endParaRPr lang="en-US"/>
        </a:p>
      </dgm:t>
    </dgm:pt>
    <dgm:pt modelId="{49256E10-4EA7-4046-855C-B09013C09B81}">
      <dgm:prSet/>
      <dgm:spPr/>
      <dgm:t>
        <a:bodyPr/>
        <a:lstStyle/>
        <a:p>
          <a:r>
            <a:rPr lang="en-US"/>
            <a:t>Any volunteers?</a:t>
          </a:r>
        </a:p>
      </dgm:t>
    </dgm:pt>
    <dgm:pt modelId="{0229E32B-0FF9-45D9-9DC2-D0E89B2C9C7C}" type="parTrans" cxnId="{E49BA21D-7F7D-4860-BF2D-8F6E9A39FAFB}">
      <dgm:prSet/>
      <dgm:spPr/>
      <dgm:t>
        <a:bodyPr/>
        <a:lstStyle/>
        <a:p>
          <a:endParaRPr lang="en-US"/>
        </a:p>
      </dgm:t>
    </dgm:pt>
    <dgm:pt modelId="{7673A695-695D-4D6A-AF07-9AE2D9C0DD74}" type="sibTrans" cxnId="{E49BA21D-7F7D-4860-BF2D-8F6E9A39FAFB}">
      <dgm:prSet/>
      <dgm:spPr/>
      <dgm:t>
        <a:bodyPr/>
        <a:lstStyle/>
        <a:p>
          <a:endParaRPr lang="en-US"/>
        </a:p>
      </dgm:t>
    </dgm:pt>
    <dgm:pt modelId="{70162BE3-DEF6-4BDA-AF78-431906A9A5C2}" type="pres">
      <dgm:prSet presAssocID="{17DA73EE-3FA5-46BE-886E-93AAF1A01796}" presName="outerComposite" presStyleCnt="0">
        <dgm:presLayoutVars>
          <dgm:chMax val="5"/>
          <dgm:dir/>
          <dgm:resizeHandles val="exact"/>
        </dgm:presLayoutVars>
      </dgm:prSet>
      <dgm:spPr/>
    </dgm:pt>
    <dgm:pt modelId="{CE45595B-45F8-4E10-A2CD-0233BFC0FDE0}" type="pres">
      <dgm:prSet presAssocID="{17DA73EE-3FA5-46BE-886E-93AAF1A01796}" presName="dummyMaxCanvas" presStyleCnt="0">
        <dgm:presLayoutVars/>
      </dgm:prSet>
      <dgm:spPr/>
    </dgm:pt>
    <dgm:pt modelId="{6CBC9915-A6BE-4C97-9940-11E662435A71}" type="pres">
      <dgm:prSet presAssocID="{17DA73EE-3FA5-46BE-886E-93AAF1A01796}" presName="FiveNodes_1" presStyleLbl="node1" presStyleIdx="0" presStyleCnt="5">
        <dgm:presLayoutVars>
          <dgm:bulletEnabled val="1"/>
        </dgm:presLayoutVars>
      </dgm:prSet>
      <dgm:spPr/>
    </dgm:pt>
    <dgm:pt modelId="{7396AAAA-6914-4BD2-8324-A7BC41890F88}" type="pres">
      <dgm:prSet presAssocID="{17DA73EE-3FA5-46BE-886E-93AAF1A01796}" presName="FiveNodes_2" presStyleLbl="node1" presStyleIdx="1" presStyleCnt="5">
        <dgm:presLayoutVars>
          <dgm:bulletEnabled val="1"/>
        </dgm:presLayoutVars>
      </dgm:prSet>
      <dgm:spPr/>
    </dgm:pt>
    <dgm:pt modelId="{A2DB46FC-FAC8-4E58-9236-163DBDF256BC}" type="pres">
      <dgm:prSet presAssocID="{17DA73EE-3FA5-46BE-886E-93AAF1A01796}" presName="FiveNodes_3" presStyleLbl="node1" presStyleIdx="2" presStyleCnt="5">
        <dgm:presLayoutVars>
          <dgm:bulletEnabled val="1"/>
        </dgm:presLayoutVars>
      </dgm:prSet>
      <dgm:spPr/>
    </dgm:pt>
    <dgm:pt modelId="{45D96608-3F13-48C1-AFAB-6E846FCC32D2}" type="pres">
      <dgm:prSet presAssocID="{17DA73EE-3FA5-46BE-886E-93AAF1A01796}" presName="FiveNodes_4" presStyleLbl="node1" presStyleIdx="3" presStyleCnt="5">
        <dgm:presLayoutVars>
          <dgm:bulletEnabled val="1"/>
        </dgm:presLayoutVars>
      </dgm:prSet>
      <dgm:spPr/>
    </dgm:pt>
    <dgm:pt modelId="{ABA4C79D-5DA7-4EC6-A0CC-53CA6C8EA2AC}" type="pres">
      <dgm:prSet presAssocID="{17DA73EE-3FA5-46BE-886E-93AAF1A01796}" presName="FiveNodes_5" presStyleLbl="node1" presStyleIdx="4" presStyleCnt="5">
        <dgm:presLayoutVars>
          <dgm:bulletEnabled val="1"/>
        </dgm:presLayoutVars>
      </dgm:prSet>
      <dgm:spPr/>
    </dgm:pt>
    <dgm:pt modelId="{E8DEAAB9-A839-4FC6-BE99-AA1A5F519396}" type="pres">
      <dgm:prSet presAssocID="{17DA73EE-3FA5-46BE-886E-93AAF1A01796}" presName="FiveConn_1-2" presStyleLbl="fgAccFollowNode1" presStyleIdx="0" presStyleCnt="4">
        <dgm:presLayoutVars>
          <dgm:bulletEnabled val="1"/>
        </dgm:presLayoutVars>
      </dgm:prSet>
      <dgm:spPr/>
    </dgm:pt>
    <dgm:pt modelId="{064FD055-4BAD-4A57-BC5B-10581549D0D4}" type="pres">
      <dgm:prSet presAssocID="{17DA73EE-3FA5-46BE-886E-93AAF1A01796}" presName="FiveConn_2-3" presStyleLbl="fgAccFollowNode1" presStyleIdx="1" presStyleCnt="4">
        <dgm:presLayoutVars>
          <dgm:bulletEnabled val="1"/>
        </dgm:presLayoutVars>
      </dgm:prSet>
      <dgm:spPr/>
    </dgm:pt>
    <dgm:pt modelId="{9CBBF2B9-016A-44F7-BE20-40D5BD0E34AE}" type="pres">
      <dgm:prSet presAssocID="{17DA73EE-3FA5-46BE-886E-93AAF1A01796}" presName="FiveConn_3-4" presStyleLbl="fgAccFollowNode1" presStyleIdx="2" presStyleCnt="4">
        <dgm:presLayoutVars>
          <dgm:bulletEnabled val="1"/>
        </dgm:presLayoutVars>
      </dgm:prSet>
      <dgm:spPr/>
    </dgm:pt>
    <dgm:pt modelId="{8C735BEE-488D-4428-AF46-56EA84DAFED5}" type="pres">
      <dgm:prSet presAssocID="{17DA73EE-3FA5-46BE-886E-93AAF1A01796}" presName="FiveConn_4-5" presStyleLbl="fgAccFollowNode1" presStyleIdx="3" presStyleCnt="4">
        <dgm:presLayoutVars>
          <dgm:bulletEnabled val="1"/>
        </dgm:presLayoutVars>
      </dgm:prSet>
      <dgm:spPr/>
    </dgm:pt>
    <dgm:pt modelId="{54FC60F7-BA69-41C7-B641-9A935226131D}" type="pres">
      <dgm:prSet presAssocID="{17DA73EE-3FA5-46BE-886E-93AAF1A01796}" presName="FiveNodes_1_text" presStyleLbl="node1" presStyleIdx="4" presStyleCnt="5">
        <dgm:presLayoutVars>
          <dgm:bulletEnabled val="1"/>
        </dgm:presLayoutVars>
      </dgm:prSet>
      <dgm:spPr/>
    </dgm:pt>
    <dgm:pt modelId="{32FB796D-2957-4883-8E57-EF7A970B5FB3}" type="pres">
      <dgm:prSet presAssocID="{17DA73EE-3FA5-46BE-886E-93AAF1A01796}" presName="FiveNodes_2_text" presStyleLbl="node1" presStyleIdx="4" presStyleCnt="5">
        <dgm:presLayoutVars>
          <dgm:bulletEnabled val="1"/>
        </dgm:presLayoutVars>
      </dgm:prSet>
      <dgm:spPr/>
    </dgm:pt>
    <dgm:pt modelId="{0F4EE202-6D44-4133-9A30-E7F7763C447E}" type="pres">
      <dgm:prSet presAssocID="{17DA73EE-3FA5-46BE-886E-93AAF1A01796}" presName="FiveNodes_3_text" presStyleLbl="node1" presStyleIdx="4" presStyleCnt="5">
        <dgm:presLayoutVars>
          <dgm:bulletEnabled val="1"/>
        </dgm:presLayoutVars>
      </dgm:prSet>
      <dgm:spPr/>
    </dgm:pt>
    <dgm:pt modelId="{693CD23A-1BF3-4C6E-A5FF-404E4B599500}" type="pres">
      <dgm:prSet presAssocID="{17DA73EE-3FA5-46BE-886E-93AAF1A01796}" presName="FiveNodes_4_text" presStyleLbl="node1" presStyleIdx="4" presStyleCnt="5">
        <dgm:presLayoutVars>
          <dgm:bulletEnabled val="1"/>
        </dgm:presLayoutVars>
      </dgm:prSet>
      <dgm:spPr/>
    </dgm:pt>
    <dgm:pt modelId="{14C3CE8D-29C0-4138-8694-8C198535EE6A}" type="pres">
      <dgm:prSet presAssocID="{17DA73EE-3FA5-46BE-886E-93AAF1A0179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1A3D20C-4869-4C5D-B288-8E3EFB88134D}" type="presOf" srcId="{B210D156-E3B6-4953-9719-CB87D37E8999}" destId="{064FD055-4BAD-4A57-BC5B-10581549D0D4}" srcOrd="0" destOrd="0" presId="urn:microsoft.com/office/officeart/2005/8/layout/vProcess5"/>
    <dgm:cxn modelId="{F566F017-0F9D-4C39-A527-B4FD2C8C8D82}" srcId="{17DA73EE-3FA5-46BE-886E-93AAF1A01796}" destId="{7BFF6C94-F82E-4F6C-AC27-B85FB4169AC7}" srcOrd="1" destOrd="0" parTransId="{9BE014C4-EC6E-4F30-9490-4E9491484BEE}" sibTransId="{B210D156-E3B6-4953-9719-CB87D37E8999}"/>
    <dgm:cxn modelId="{E49BA21D-7F7D-4860-BF2D-8F6E9A39FAFB}" srcId="{17DA73EE-3FA5-46BE-886E-93AAF1A01796}" destId="{49256E10-4EA7-4046-855C-B09013C09B81}" srcOrd="4" destOrd="0" parTransId="{0229E32B-0FF9-45D9-9DC2-D0E89B2C9C7C}" sibTransId="{7673A695-695D-4D6A-AF07-9AE2D9C0DD74}"/>
    <dgm:cxn modelId="{CF4AEE2B-8BD9-486A-9E5A-EDCC98D380DB}" type="presOf" srcId="{F6CB51AF-FCF8-4E67-8EF3-85057233766B}" destId="{6CBC9915-A6BE-4C97-9940-11E662435A71}" srcOrd="0" destOrd="0" presId="urn:microsoft.com/office/officeart/2005/8/layout/vProcess5"/>
    <dgm:cxn modelId="{F64D8534-2203-479C-B23B-74D1CCDB51E2}" type="presOf" srcId="{1DD81AF5-9CBA-4047-A200-60A83120211E}" destId="{693CD23A-1BF3-4C6E-A5FF-404E4B599500}" srcOrd="1" destOrd="0" presId="urn:microsoft.com/office/officeart/2005/8/layout/vProcess5"/>
    <dgm:cxn modelId="{68306E42-45A5-4762-9E92-AF9D56910698}" type="presOf" srcId="{F6CB51AF-FCF8-4E67-8EF3-85057233766B}" destId="{54FC60F7-BA69-41C7-B641-9A935226131D}" srcOrd="1" destOrd="0" presId="urn:microsoft.com/office/officeart/2005/8/layout/vProcess5"/>
    <dgm:cxn modelId="{74FE8366-7FBD-45BD-B400-4315411AD645}" type="presOf" srcId="{49256E10-4EA7-4046-855C-B09013C09B81}" destId="{ABA4C79D-5DA7-4EC6-A0CC-53CA6C8EA2AC}" srcOrd="0" destOrd="0" presId="urn:microsoft.com/office/officeart/2005/8/layout/vProcess5"/>
    <dgm:cxn modelId="{5FCF3F4A-9571-4842-94BD-318812E19476}" type="presOf" srcId="{ED9CC81F-4E63-471B-AB23-7C5D886E6415}" destId="{8C735BEE-488D-4428-AF46-56EA84DAFED5}" srcOrd="0" destOrd="0" presId="urn:microsoft.com/office/officeart/2005/8/layout/vProcess5"/>
    <dgm:cxn modelId="{CF3E644E-F298-44E2-B8E3-D920521354DE}" type="presOf" srcId="{BE12EE07-8C6E-430F-B97F-3B23B8383337}" destId="{0F4EE202-6D44-4133-9A30-E7F7763C447E}" srcOrd="1" destOrd="0" presId="urn:microsoft.com/office/officeart/2005/8/layout/vProcess5"/>
    <dgm:cxn modelId="{84C30C53-C640-4C84-BD74-F9C11F42CBFE}" type="presOf" srcId="{FD9D4B31-0E2D-4928-BCF2-D80BE72FF291}" destId="{E8DEAAB9-A839-4FC6-BE99-AA1A5F519396}" srcOrd="0" destOrd="0" presId="urn:microsoft.com/office/officeart/2005/8/layout/vProcess5"/>
    <dgm:cxn modelId="{45EADD8B-6EC4-4061-98DC-DD329CF6EE97}" srcId="{17DA73EE-3FA5-46BE-886E-93AAF1A01796}" destId="{BE12EE07-8C6E-430F-B97F-3B23B8383337}" srcOrd="2" destOrd="0" parTransId="{C9695515-EACA-4FA3-A18F-063E13CAED80}" sibTransId="{3E13B14E-3227-4C58-A4EF-E4ABF628AB53}"/>
    <dgm:cxn modelId="{BB970D9F-6A05-4BE3-8D4C-8BC9E52E0157}" type="presOf" srcId="{1DD81AF5-9CBA-4047-A200-60A83120211E}" destId="{45D96608-3F13-48C1-AFAB-6E846FCC32D2}" srcOrd="0" destOrd="0" presId="urn:microsoft.com/office/officeart/2005/8/layout/vProcess5"/>
    <dgm:cxn modelId="{2E5A65A1-A1EB-4210-8946-66A0234C2838}" type="presOf" srcId="{17DA73EE-3FA5-46BE-886E-93AAF1A01796}" destId="{70162BE3-DEF6-4BDA-AF78-431906A9A5C2}" srcOrd="0" destOrd="0" presId="urn:microsoft.com/office/officeart/2005/8/layout/vProcess5"/>
    <dgm:cxn modelId="{C4C875BF-E9DD-4D4E-9393-1B95BFE0FAC1}" type="presOf" srcId="{49256E10-4EA7-4046-855C-B09013C09B81}" destId="{14C3CE8D-29C0-4138-8694-8C198535EE6A}" srcOrd="1" destOrd="0" presId="urn:microsoft.com/office/officeart/2005/8/layout/vProcess5"/>
    <dgm:cxn modelId="{3DA62FC5-C5ED-4834-9A71-232E5A71CAB6}" srcId="{17DA73EE-3FA5-46BE-886E-93AAF1A01796}" destId="{1DD81AF5-9CBA-4047-A200-60A83120211E}" srcOrd="3" destOrd="0" parTransId="{5FAF5E3E-7149-4FF7-A5EB-B357EEA18D95}" sibTransId="{ED9CC81F-4E63-471B-AB23-7C5D886E6415}"/>
    <dgm:cxn modelId="{F2758DC8-0A05-45F4-B12D-316455714C42}" type="presOf" srcId="{3E13B14E-3227-4C58-A4EF-E4ABF628AB53}" destId="{9CBBF2B9-016A-44F7-BE20-40D5BD0E34AE}" srcOrd="0" destOrd="0" presId="urn:microsoft.com/office/officeart/2005/8/layout/vProcess5"/>
    <dgm:cxn modelId="{1188A2C8-37AD-4503-B8F3-A642E65AF7FB}" type="presOf" srcId="{BE12EE07-8C6E-430F-B97F-3B23B8383337}" destId="{A2DB46FC-FAC8-4E58-9236-163DBDF256BC}" srcOrd="0" destOrd="0" presId="urn:microsoft.com/office/officeart/2005/8/layout/vProcess5"/>
    <dgm:cxn modelId="{303A66D9-4937-4328-9F24-B1971C02AF0D}" srcId="{17DA73EE-3FA5-46BE-886E-93AAF1A01796}" destId="{F6CB51AF-FCF8-4E67-8EF3-85057233766B}" srcOrd="0" destOrd="0" parTransId="{95C4C812-8535-40BD-A06A-2CF5D29F3473}" sibTransId="{FD9D4B31-0E2D-4928-BCF2-D80BE72FF291}"/>
    <dgm:cxn modelId="{3CC488E5-8F57-459E-85AA-B04618220E8C}" type="presOf" srcId="{7BFF6C94-F82E-4F6C-AC27-B85FB4169AC7}" destId="{7396AAAA-6914-4BD2-8324-A7BC41890F88}" srcOrd="0" destOrd="0" presId="urn:microsoft.com/office/officeart/2005/8/layout/vProcess5"/>
    <dgm:cxn modelId="{110B12E9-BBCD-47A4-B62C-AA7D93BA406E}" type="presOf" srcId="{7BFF6C94-F82E-4F6C-AC27-B85FB4169AC7}" destId="{32FB796D-2957-4883-8E57-EF7A970B5FB3}" srcOrd="1" destOrd="0" presId="urn:microsoft.com/office/officeart/2005/8/layout/vProcess5"/>
    <dgm:cxn modelId="{38567CD2-35DE-4011-8DD5-F57377602B45}" type="presParOf" srcId="{70162BE3-DEF6-4BDA-AF78-431906A9A5C2}" destId="{CE45595B-45F8-4E10-A2CD-0233BFC0FDE0}" srcOrd="0" destOrd="0" presId="urn:microsoft.com/office/officeart/2005/8/layout/vProcess5"/>
    <dgm:cxn modelId="{5333C388-DF58-4EC6-B1C2-6B9AB814D763}" type="presParOf" srcId="{70162BE3-DEF6-4BDA-AF78-431906A9A5C2}" destId="{6CBC9915-A6BE-4C97-9940-11E662435A71}" srcOrd="1" destOrd="0" presId="urn:microsoft.com/office/officeart/2005/8/layout/vProcess5"/>
    <dgm:cxn modelId="{561BA065-6F37-4EA8-BF4E-7A48C2A5D519}" type="presParOf" srcId="{70162BE3-DEF6-4BDA-AF78-431906A9A5C2}" destId="{7396AAAA-6914-4BD2-8324-A7BC41890F88}" srcOrd="2" destOrd="0" presId="urn:microsoft.com/office/officeart/2005/8/layout/vProcess5"/>
    <dgm:cxn modelId="{C4C9BC63-1BE1-421C-B8AA-0C67755C3533}" type="presParOf" srcId="{70162BE3-DEF6-4BDA-AF78-431906A9A5C2}" destId="{A2DB46FC-FAC8-4E58-9236-163DBDF256BC}" srcOrd="3" destOrd="0" presId="urn:microsoft.com/office/officeart/2005/8/layout/vProcess5"/>
    <dgm:cxn modelId="{9779BBAD-BC89-4B51-A826-E14B3AE17070}" type="presParOf" srcId="{70162BE3-DEF6-4BDA-AF78-431906A9A5C2}" destId="{45D96608-3F13-48C1-AFAB-6E846FCC32D2}" srcOrd="4" destOrd="0" presId="urn:microsoft.com/office/officeart/2005/8/layout/vProcess5"/>
    <dgm:cxn modelId="{C2F22314-F014-48C1-8FD5-8E91F2381A15}" type="presParOf" srcId="{70162BE3-DEF6-4BDA-AF78-431906A9A5C2}" destId="{ABA4C79D-5DA7-4EC6-A0CC-53CA6C8EA2AC}" srcOrd="5" destOrd="0" presId="urn:microsoft.com/office/officeart/2005/8/layout/vProcess5"/>
    <dgm:cxn modelId="{D3FA60F3-AEB0-49B1-9303-979541551A4C}" type="presParOf" srcId="{70162BE3-DEF6-4BDA-AF78-431906A9A5C2}" destId="{E8DEAAB9-A839-4FC6-BE99-AA1A5F519396}" srcOrd="6" destOrd="0" presId="urn:microsoft.com/office/officeart/2005/8/layout/vProcess5"/>
    <dgm:cxn modelId="{BE155A7B-5589-4611-B3A4-D61CC50E7ADA}" type="presParOf" srcId="{70162BE3-DEF6-4BDA-AF78-431906A9A5C2}" destId="{064FD055-4BAD-4A57-BC5B-10581549D0D4}" srcOrd="7" destOrd="0" presId="urn:microsoft.com/office/officeart/2005/8/layout/vProcess5"/>
    <dgm:cxn modelId="{B0CCDBD2-7940-4FDE-B021-9B834F6F3738}" type="presParOf" srcId="{70162BE3-DEF6-4BDA-AF78-431906A9A5C2}" destId="{9CBBF2B9-016A-44F7-BE20-40D5BD0E34AE}" srcOrd="8" destOrd="0" presId="urn:microsoft.com/office/officeart/2005/8/layout/vProcess5"/>
    <dgm:cxn modelId="{6E16FE97-B2EA-4F74-BDB2-2C7B8381A2AF}" type="presParOf" srcId="{70162BE3-DEF6-4BDA-AF78-431906A9A5C2}" destId="{8C735BEE-488D-4428-AF46-56EA84DAFED5}" srcOrd="9" destOrd="0" presId="urn:microsoft.com/office/officeart/2005/8/layout/vProcess5"/>
    <dgm:cxn modelId="{7F1A4BB3-D946-4EE7-960E-6413DBB1814F}" type="presParOf" srcId="{70162BE3-DEF6-4BDA-AF78-431906A9A5C2}" destId="{54FC60F7-BA69-41C7-B641-9A935226131D}" srcOrd="10" destOrd="0" presId="urn:microsoft.com/office/officeart/2005/8/layout/vProcess5"/>
    <dgm:cxn modelId="{27FE59A4-6B69-48B3-850D-161514A28CE4}" type="presParOf" srcId="{70162BE3-DEF6-4BDA-AF78-431906A9A5C2}" destId="{32FB796D-2957-4883-8E57-EF7A970B5FB3}" srcOrd="11" destOrd="0" presId="urn:microsoft.com/office/officeart/2005/8/layout/vProcess5"/>
    <dgm:cxn modelId="{BE463509-A906-4BCD-BD6C-2424AB46BF6F}" type="presParOf" srcId="{70162BE3-DEF6-4BDA-AF78-431906A9A5C2}" destId="{0F4EE202-6D44-4133-9A30-E7F7763C447E}" srcOrd="12" destOrd="0" presId="urn:microsoft.com/office/officeart/2005/8/layout/vProcess5"/>
    <dgm:cxn modelId="{B8BE5248-3FB7-462F-BA27-5D2350D726E5}" type="presParOf" srcId="{70162BE3-DEF6-4BDA-AF78-431906A9A5C2}" destId="{693CD23A-1BF3-4C6E-A5FF-404E4B599500}" srcOrd="13" destOrd="0" presId="urn:microsoft.com/office/officeart/2005/8/layout/vProcess5"/>
    <dgm:cxn modelId="{2C7DC160-5C3A-4412-A22E-022C164E7FC0}" type="presParOf" srcId="{70162BE3-DEF6-4BDA-AF78-431906A9A5C2}" destId="{14C3CE8D-29C0-4138-8694-8C198535EE6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6945C-5B29-40BE-9E98-098D14A62F0C}">
      <dsp:nvSpPr>
        <dsp:cNvPr id="0" name=""/>
        <dsp:cNvSpPr/>
      </dsp:nvSpPr>
      <dsp:spPr>
        <a:xfrm>
          <a:off x="1499567" y="379777"/>
          <a:ext cx="871098" cy="8710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EBB53-44C8-49EB-97C6-81372C730C2C}">
      <dsp:nvSpPr>
        <dsp:cNvPr id="0" name=""/>
        <dsp:cNvSpPr/>
      </dsp:nvSpPr>
      <dsp:spPr>
        <a:xfrm>
          <a:off x="967229" y="1552628"/>
          <a:ext cx="193577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protect an area in case of intrusion and malicious intent.</a:t>
          </a:r>
        </a:p>
      </dsp:txBody>
      <dsp:txXfrm>
        <a:off x="967229" y="1552628"/>
        <a:ext cx="1935774" cy="720000"/>
      </dsp:txXfrm>
    </dsp:sp>
    <dsp:sp modelId="{D38FCBEA-E759-46B0-96CF-ECD0942A552E}">
      <dsp:nvSpPr>
        <dsp:cNvPr id="0" name=""/>
        <dsp:cNvSpPr/>
      </dsp:nvSpPr>
      <dsp:spPr>
        <a:xfrm>
          <a:off x="3774102" y="379777"/>
          <a:ext cx="871098" cy="8710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76F5A-07F9-49CA-AC05-A9A32C7555B0}">
      <dsp:nvSpPr>
        <dsp:cNvPr id="0" name=""/>
        <dsp:cNvSpPr/>
      </dsp:nvSpPr>
      <dsp:spPr>
        <a:xfrm>
          <a:off x="3241764" y="1552628"/>
          <a:ext cx="193577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 low-cost solution to detect presence and respond quickly.</a:t>
          </a:r>
        </a:p>
      </dsp:txBody>
      <dsp:txXfrm>
        <a:off x="3241764" y="1552628"/>
        <a:ext cx="1935774" cy="720000"/>
      </dsp:txXfrm>
    </dsp:sp>
    <dsp:sp modelId="{F065B2F5-6554-428D-977B-869849687F8B}">
      <dsp:nvSpPr>
        <dsp:cNvPr id="0" name=""/>
        <dsp:cNvSpPr/>
      </dsp:nvSpPr>
      <dsp:spPr>
        <a:xfrm>
          <a:off x="2636834" y="2756571"/>
          <a:ext cx="871098" cy="8710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6C1C1-A77F-4682-B316-F763C499D37F}">
      <dsp:nvSpPr>
        <dsp:cNvPr id="0" name=""/>
        <dsp:cNvSpPr/>
      </dsp:nvSpPr>
      <dsp:spPr>
        <a:xfrm>
          <a:off x="2104496" y="3929422"/>
          <a:ext cx="193577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Includes mode control</a:t>
          </a:r>
        </a:p>
      </dsp:txBody>
      <dsp:txXfrm>
        <a:off x="2104496" y="3929422"/>
        <a:ext cx="193577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02BC5-C307-4B4B-A6CC-041FE518153D}">
      <dsp:nvSpPr>
        <dsp:cNvPr id="0" name=""/>
        <dsp:cNvSpPr/>
      </dsp:nvSpPr>
      <dsp:spPr>
        <a:xfrm>
          <a:off x="24515" y="792591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2E9B42-FC3E-4B29-B673-249926E17B65}">
      <dsp:nvSpPr>
        <dsp:cNvPr id="0" name=""/>
        <dsp:cNvSpPr/>
      </dsp:nvSpPr>
      <dsp:spPr>
        <a:xfrm>
          <a:off x="161468" y="929543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82C04-9860-4777-9B79-160090D7DD7A}">
      <dsp:nvSpPr>
        <dsp:cNvPr id="0" name=""/>
        <dsp:cNvSpPr/>
      </dsp:nvSpPr>
      <dsp:spPr>
        <a:xfrm>
          <a:off x="816419" y="792591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Sensors send data to ESP32</a:t>
          </a:r>
        </a:p>
      </dsp:txBody>
      <dsp:txXfrm>
        <a:off x="816419" y="792591"/>
        <a:ext cx="1537224" cy="652156"/>
      </dsp:txXfrm>
    </dsp:sp>
    <dsp:sp modelId="{CC37C428-BF47-462E-BE74-6B20F625BAB4}">
      <dsp:nvSpPr>
        <dsp:cNvPr id="0" name=""/>
        <dsp:cNvSpPr/>
      </dsp:nvSpPr>
      <dsp:spPr>
        <a:xfrm>
          <a:off x="2621493" y="792591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6EFFB-A938-4430-B5EF-A5C8278E1361}">
      <dsp:nvSpPr>
        <dsp:cNvPr id="0" name=""/>
        <dsp:cNvSpPr/>
      </dsp:nvSpPr>
      <dsp:spPr>
        <a:xfrm>
          <a:off x="2758446" y="929543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48B9E-3475-4996-BE7B-97A4FCE00F76}">
      <dsp:nvSpPr>
        <dsp:cNvPr id="0" name=""/>
        <dsp:cNvSpPr/>
      </dsp:nvSpPr>
      <dsp:spPr>
        <a:xfrm>
          <a:off x="3413397" y="792591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--&gt; ESP32 sends data to MQTT Broker</a:t>
          </a:r>
        </a:p>
      </dsp:txBody>
      <dsp:txXfrm>
        <a:off x="3413397" y="792591"/>
        <a:ext cx="1537224" cy="652156"/>
      </dsp:txXfrm>
    </dsp:sp>
    <dsp:sp modelId="{2B4143A3-10AE-4C7B-80C7-E02E34FE469C}">
      <dsp:nvSpPr>
        <dsp:cNvPr id="0" name=""/>
        <dsp:cNvSpPr/>
      </dsp:nvSpPr>
      <dsp:spPr>
        <a:xfrm>
          <a:off x="5218472" y="792591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A39DA-842C-48E6-B007-EA0C0709F894}">
      <dsp:nvSpPr>
        <dsp:cNvPr id="0" name=""/>
        <dsp:cNvSpPr/>
      </dsp:nvSpPr>
      <dsp:spPr>
        <a:xfrm>
          <a:off x="5355424" y="929543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A073D-6117-44B9-8C3B-3B9DBB52B5B9}">
      <dsp:nvSpPr>
        <dsp:cNvPr id="0" name=""/>
        <dsp:cNvSpPr/>
      </dsp:nvSpPr>
      <dsp:spPr>
        <a:xfrm>
          <a:off x="6010375" y="792591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--&gt; MQTT Broker publishes data via Data Topic</a:t>
          </a:r>
        </a:p>
      </dsp:txBody>
      <dsp:txXfrm>
        <a:off x="6010375" y="792591"/>
        <a:ext cx="1537224" cy="652156"/>
      </dsp:txXfrm>
    </dsp:sp>
    <dsp:sp modelId="{7BCFE8AD-BE8C-4BD3-9D6E-246C94BE1590}">
      <dsp:nvSpPr>
        <dsp:cNvPr id="0" name=""/>
        <dsp:cNvSpPr/>
      </dsp:nvSpPr>
      <dsp:spPr>
        <a:xfrm>
          <a:off x="24515" y="2356990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10696-FEE9-435C-81DB-802659B7DEE9}">
      <dsp:nvSpPr>
        <dsp:cNvPr id="0" name=""/>
        <dsp:cNvSpPr/>
      </dsp:nvSpPr>
      <dsp:spPr>
        <a:xfrm>
          <a:off x="161468" y="2493943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2D3F4-7105-4BFD-8EA8-8C3833AFCDBC}">
      <dsp:nvSpPr>
        <dsp:cNvPr id="0" name=""/>
        <dsp:cNvSpPr/>
      </dsp:nvSpPr>
      <dsp:spPr>
        <a:xfrm>
          <a:off x="816419" y="2356990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--&gt; React App, Dashboard, and MongoDB are subscribed to Data Topic</a:t>
          </a:r>
        </a:p>
      </dsp:txBody>
      <dsp:txXfrm>
        <a:off x="816419" y="2356990"/>
        <a:ext cx="1537224" cy="652156"/>
      </dsp:txXfrm>
    </dsp:sp>
    <dsp:sp modelId="{F2C7CAAB-E4A6-4858-AC44-014725176891}">
      <dsp:nvSpPr>
        <dsp:cNvPr id="0" name=""/>
        <dsp:cNvSpPr/>
      </dsp:nvSpPr>
      <dsp:spPr>
        <a:xfrm>
          <a:off x="2621493" y="2356990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9DE5B-FBDE-45BE-A2E7-83927CEB9664}">
      <dsp:nvSpPr>
        <dsp:cNvPr id="0" name=""/>
        <dsp:cNvSpPr/>
      </dsp:nvSpPr>
      <dsp:spPr>
        <a:xfrm>
          <a:off x="2758446" y="2493943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073F9-52F1-4DF2-AD64-4CDCFEA2E53A}">
      <dsp:nvSpPr>
        <dsp:cNvPr id="0" name=""/>
        <dsp:cNvSpPr/>
      </dsp:nvSpPr>
      <dsp:spPr>
        <a:xfrm>
          <a:off x="3413397" y="2356990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--&gt; App and Dashboard show users updated data in real time</a:t>
          </a:r>
        </a:p>
      </dsp:txBody>
      <dsp:txXfrm>
        <a:off x="3413397" y="2356990"/>
        <a:ext cx="1537224" cy="652156"/>
      </dsp:txXfrm>
    </dsp:sp>
    <dsp:sp modelId="{7586F242-E77D-42D0-A7C8-057BF2194A78}">
      <dsp:nvSpPr>
        <dsp:cNvPr id="0" name=""/>
        <dsp:cNvSpPr/>
      </dsp:nvSpPr>
      <dsp:spPr>
        <a:xfrm>
          <a:off x="5218472" y="2356990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69914-F689-452A-9D88-60374BF3E06C}">
      <dsp:nvSpPr>
        <dsp:cNvPr id="0" name=""/>
        <dsp:cNvSpPr/>
      </dsp:nvSpPr>
      <dsp:spPr>
        <a:xfrm>
          <a:off x="5355424" y="2493943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302C5-576A-4DDD-A040-DE245DA3EE22}">
      <dsp:nvSpPr>
        <dsp:cNvPr id="0" name=""/>
        <dsp:cNvSpPr/>
      </dsp:nvSpPr>
      <dsp:spPr>
        <a:xfrm>
          <a:off x="6010375" y="2356990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--&gt; Commands can be sent from Dashboard or App via Command Topic</a:t>
          </a:r>
        </a:p>
      </dsp:txBody>
      <dsp:txXfrm>
        <a:off x="6010375" y="2356990"/>
        <a:ext cx="1537224" cy="652156"/>
      </dsp:txXfrm>
    </dsp:sp>
    <dsp:sp modelId="{C040A6EB-95D1-4D8C-8C7A-C0DEF9CEDECB}">
      <dsp:nvSpPr>
        <dsp:cNvPr id="0" name=""/>
        <dsp:cNvSpPr/>
      </dsp:nvSpPr>
      <dsp:spPr>
        <a:xfrm>
          <a:off x="24515" y="3921389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D3116-69CF-437C-91AB-57469E49D1AB}">
      <dsp:nvSpPr>
        <dsp:cNvPr id="0" name=""/>
        <dsp:cNvSpPr/>
      </dsp:nvSpPr>
      <dsp:spPr>
        <a:xfrm>
          <a:off x="161468" y="4058342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82672-33F8-4733-97D8-E0C792F23D8E}">
      <dsp:nvSpPr>
        <dsp:cNvPr id="0" name=""/>
        <dsp:cNvSpPr/>
      </dsp:nvSpPr>
      <dsp:spPr>
        <a:xfrm>
          <a:off x="816419" y="3921389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--&gt; ESP32 is subscribed to the Command Topic</a:t>
          </a:r>
        </a:p>
      </dsp:txBody>
      <dsp:txXfrm>
        <a:off x="816419" y="3921389"/>
        <a:ext cx="1537224" cy="652156"/>
      </dsp:txXfrm>
    </dsp:sp>
    <dsp:sp modelId="{F754022E-A015-43CE-838F-4B2308ACBAE7}">
      <dsp:nvSpPr>
        <dsp:cNvPr id="0" name=""/>
        <dsp:cNvSpPr/>
      </dsp:nvSpPr>
      <dsp:spPr>
        <a:xfrm>
          <a:off x="2621493" y="3921389"/>
          <a:ext cx="652156" cy="6521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C34DD-CD36-4115-8FC0-01A6995B50DD}">
      <dsp:nvSpPr>
        <dsp:cNvPr id="0" name=""/>
        <dsp:cNvSpPr/>
      </dsp:nvSpPr>
      <dsp:spPr>
        <a:xfrm>
          <a:off x="2758446" y="4058342"/>
          <a:ext cx="378250" cy="378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CDE14-0DC8-4C27-BBCC-D3A32F6E2D72}">
      <dsp:nvSpPr>
        <dsp:cNvPr id="0" name=""/>
        <dsp:cNvSpPr/>
      </dsp:nvSpPr>
      <dsp:spPr>
        <a:xfrm>
          <a:off x="3413397" y="3921389"/>
          <a:ext cx="1537224" cy="65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--&gt; ESP32 sets system mode according to command received</a:t>
          </a:r>
        </a:p>
      </dsp:txBody>
      <dsp:txXfrm>
        <a:off x="3413397" y="3921389"/>
        <a:ext cx="1537224" cy="6521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9AC95-A0B4-4ADD-9D20-CAB4DBC298EB}">
      <dsp:nvSpPr>
        <dsp:cNvPr id="0" name=""/>
        <dsp:cNvSpPr/>
      </dsp:nvSpPr>
      <dsp:spPr>
        <a:xfrm>
          <a:off x="0" y="0"/>
          <a:ext cx="8590851" cy="6780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ESP32: main control unit for hardware</a:t>
          </a:r>
        </a:p>
      </dsp:txBody>
      <dsp:txXfrm>
        <a:off x="19860" y="19860"/>
        <a:ext cx="7779809" cy="638364"/>
      </dsp:txXfrm>
    </dsp:sp>
    <dsp:sp modelId="{B4DC9DF0-4C46-4668-8F8A-430D566209E0}">
      <dsp:nvSpPr>
        <dsp:cNvPr id="0" name=""/>
        <dsp:cNvSpPr/>
      </dsp:nvSpPr>
      <dsp:spPr>
        <a:xfrm>
          <a:off x="641524" y="772263"/>
          <a:ext cx="8590851" cy="678084"/>
        </a:xfrm>
        <a:prstGeom prst="roundRect">
          <a:avLst>
            <a:gd name="adj" fmla="val 10000"/>
          </a:avLst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PIR Motion Sensor: HC SR-501 infrared motion sensor</a:t>
          </a:r>
        </a:p>
      </dsp:txBody>
      <dsp:txXfrm>
        <a:off x="661384" y="792123"/>
        <a:ext cx="7468851" cy="638364"/>
      </dsp:txXfrm>
    </dsp:sp>
    <dsp:sp modelId="{F851FD2B-7196-4B7E-B6E9-D8F97298D69D}">
      <dsp:nvSpPr>
        <dsp:cNvPr id="0" name=""/>
        <dsp:cNvSpPr/>
      </dsp:nvSpPr>
      <dsp:spPr>
        <a:xfrm>
          <a:off x="1283049" y="1544526"/>
          <a:ext cx="8590851" cy="678084"/>
        </a:xfrm>
        <a:prstGeom prst="roundRect">
          <a:avLst>
            <a:gd name="adj" fmla="val 10000"/>
          </a:avLst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Sonar Sensor: HC-SR04 ultrasonic ranging module</a:t>
          </a:r>
        </a:p>
      </dsp:txBody>
      <dsp:txXfrm>
        <a:off x="1302909" y="1564386"/>
        <a:ext cx="7468851" cy="638364"/>
      </dsp:txXfrm>
    </dsp:sp>
    <dsp:sp modelId="{F790D5BB-0841-4764-BD5D-3951328C42D4}">
      <dsp:nvSpPr>
        <dsp:cNvPr id="0" name=""/>
        <dsp:cNvSpPr/>
      </dsp:nvSpPr>
      <dsp:spPr>
        <a:xfrm>
          <a:off x="1924573" y="2316789"/>
          <a:ext cx="8590851" cy="678084"/>
        </a:xfrm>
        <a:prstGeom prst="roundRect">
          <a:avLst>
            <a:gd name="adj" fmla="val 10000"/>
          </a:avLst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LED and 220Ohm resistor</a:t>
          </a:r>
        </a:p>
      </dsp:txBody>
      <dsp:txXfrm>
        <a:off x="1944433" y="2336649"/>
        <a:ext cx="7468851" cy="638364"/>
      </dsp:txXfrm>
    </dsp:sp>
    <dsp:sp modelId="{3EA7FDC2-76E6-41B0-A342-1BBAB805AFCD}">
      <dsp:nvSpPr>
        <dsp:cNvPr id="0" name=""/>
        <dsp:cNvSpPr/>
      </dsp:nvSpPr>
      <dsp:spPr>
        <a:xfrm>
          <a:off x="2566098" y="3089053"/>
          <a:ext cx="8590851" cy="678084"/>
        </a:xfrm>
        <a:prstGeom prst="roundRect">
          <a:avLst>
            <a:gd name="adj" fmla="val 10000"/>
          </a:avLst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 piezo buzzers</a:t>
          </a:r>
        </a:p>
      </dsp:txBody>
      <dsp:txXfrm>
        <a:off x="2585958" y="3108913"/>
        <a:ext cx="7468851" cy="638364"/>
      </dsp:txXfrm>
    </dsp:sp>
    <dsp:sp modelId="{8F230DC4-1076-46D0-900B-E134FB34757A}">
      <dsp:nvSpPr>
        <dsp:cNvPr id="0" name=""/>
        <dsp:cNvSpPr/>
      </dsp:nvSpPr>
      <dsp:spPr>
        <a:xfrm>
          <a:off x="8150096" y="495378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249266" y="495378"/>
        <a:ext cx="242415" cy="331668"/>
      </dsp:txXfrm>
    </dsp:sp>
    <dsp:sp modelId="{3CEE937C-2199-441D-B6B1-229E5F07E659}">
      <dsp:nvSpPr>
        <dsp:cNvPr id="0" name=""/>
        <dsp:cNvSpPr/>
      </dsp:nvSpPr>
      <dsp:spPr>
        <a:xfrm>
          <a:off x="8791620" y="1267641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682554"/>
            <a:satOff val="7973"/>
            <a:lumOff val="74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3682554"/>
              <a:satOff val="7973"/>
              <a:lumOff val="7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890790" y="1267641"/>
        <a:ext cx="242415" cy="331668"/>
      </dsp:txXfrm>
    </dsp:sp>
    <dsp:sp modelId="{BE5A704F-8334-45ED-B595-31A54A65BAE7}">
      <dsp:nvSpPr>
        <dsp:cNvPr id="0" name=""/>
        <dsp:cNvSpPr/>
      </dsp:nvSpPr>
      <dsp:spPr>
        <a:xfrm>
          <a:off x="9433145" y="2028603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365108"/>
            <a:satOff val="15945"/>
            <a:lumOff val="148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7365108"/>
              <a:satOff val="15945"/>
              <a:lumOff val="14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532315" y="2028603"/>
        <a:ext cx="242415" cy="331668"/>
      </dsp:txXfrm>
    </dsp:sp>
    <dsp:sp modelId="{9A911292-41A4-4B77-A63B-129852BF2F0C}">
      <dsp:nvSpPr>
        <dsp:cNvPr id="0" name=""/>
        <dsp:cNvSpPr/>
      </dsp:nvSpPr>
      <dsp:spPr>
        <a:xfrm>
          <a:off x="10074670" y="2808401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10173840" y="2808401"/>
        <a:ext cx="242415" cy="3316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C9915-A6BE-4C97-9940-11E662435A71}">
      <dsp:nvSpPr>
        <dsp:cNvPr id="0" name=""/>
        <dsp:cNvSpPr/>
      </dsp:nvSpPr>
      <dsp:spPr>
        <a:xfrm>
          <a:off x="0" y="0"/>
          <a:ext cx="8590851" cy="6780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Our ESP32, sensors, and actuators</a:t>
          </a:r>
        </a:p>
      </dsp:txBody>
      <dsp:txXfrm>
        <a:off x="19860" y="19860"/>
        <a:ext cx="7779809" cy="638364"/>
      </dsp:txXfrm>
    </dsp:sp>
    <dsp:sp modelId="{7396AAAA-6914-4BD2-8324-A7BC41890F88}">
      <dsp:nvSpPr>
        <dsp:cNvPr id="0" name=""/>
        <dsp:cNvSpPr/>
      </dsp:nvSpPr>
      <dsp:spPr>
        <a:xfrm>
          <a:off x="641524" y="772263"/>
          <a:ext cx="8590851" cy="6780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Live data uploaded to the database and shown on our Dashboard and React App.</a:t>
          </a:r>
        </a:p>
      </dsp:txBody>
      <dsp:txXfrm>
        <a:off x="661384" y="792123"/>
        <a:ext cx="7468851" cy="638364"/>
      </dsp:txXfrm>
    </dsp:sp>
    <dsp:sp modelId="{A2DB46FC-FAC8-4E58-9236-163DBDF256BC}">
      <dsp:nvSpPr>
        <dsp:cNvPr id="0" name=""/>
        <dsp:cNvSpPr/>
      </dsp:nvSpPr>
      <dsp:spPr>
        <a:xfrm>
          <a:off x="1283049" y="1544526"/>
          <a:ext cx="8590851" cy="6780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Live triggering of our actuators when presence is detected.</a:t>
          </a:r>
        </a:p>
      </dsp:txBody>
      <dsp:txXfrm>
        <a:off x="1302909" y="1564386"/>
        <a:ext cx="7468851" cy="638364"/>
      </dsp:txXfrm>
    </dsp:sp>
    <dsp:sp modelId="{45D96608-3F13-48C1-AFAB-6E846FCC32D2}">
      <dsp:nvSpPr>
        <dsp:cNvPr id="0" name=""/>
        <dsp:cNvSpPr/>
      </dsp:nvSpPr>
      <dsp:spPr>
        <a:xfrm>
          <a:off x="1924573" y="2316789"/>
          <a:ext cx="8590851" cy="6780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What different modes do for our system.</a:t>
          </a:r>
        </a:p>
      </dsp:txBody>
      <dsp:txXfrm>
        <a:off x="1944433" y="2336649"/>
        <a:ext cx="7468851" cy="638364"/>
      </dsp:txXfrm>
    </dsp:sp>
    <dsp:sp modelId="{ABA4C79D-5DA7-4EC6-A0CC-53CA6C8EA2AC}">
      <dsp:nvSpPr>
        <dsp:cNvPr id="0" name=""/>
        <dsp:cNvSpPr/>
      </dsp:nvSpPr>
      <dsp:spPr>
        <a:xfrm>
          <a:off x="2566098" y="3089053"/>
          <a:ext cx="8590851" cy="67808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Any volunteers?</a:t>
          </a:r>
        </a:p>
      </dsp:txBody>
      <dsp:txXfrm>
        <a:off x="2585958" y="3108913"/>
        <a:ext cx="7468851" cy="638364"/>
      </dsp:txXfrm>
    </dsp:sp>
    <dsp:sp modelId="{E8DEAAB9-A839-4FC6-BE99-AA1A5F519396}">
      <dsp:nvSpPr>
        <dsp:cNvPr id="0" name=""/>
        <dsp:cNvSpPr/>
      </dsp:nvSpPr>
      <dsp:spPr>
        <a:xfrm>
          <a:off x="8150096" y="495378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249266" y="495378"/>
        <a:ext cx="242415" cy="331668"/>
      </dsp:txXfrm>
    </dsp:sp>
    <dsp:sp modelId="{064FD055-4BAD-4A57-BC5B-10581549D0D4}">
      <dsp:nvSpPr>
        <dsp:cNvPr id="0" name=""/>
        <dsp:cNvSpPr/>
      </dsp:nvSpPr>
      <dsp:spPr>
        <a:xfrm>
          <a:off x="8791620" y="1267641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890790" y="1267641"/>
        <a:ext cx="242415" cy="331668"/>
      </dsp:txXfrm>
    </dsp:sp>
    <dsp:sp modelId="{9CBBF2B9-016A-44F7-BE20-40D5BD0E34AE}">
      <dsp:nvSpPr>
        <dsp:cNvPr id="0" name=""/>
        <dsp:cNvSpPr/>
      </dsp:nvSpPr>
      <dsp:spPr>
        <a:xfrm>
          <a:off x="9433145" y="2028603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532315" y="2028603"/>
        <a:ext cx="242415" cy="331668"/>
      </dsp:txXfrm>
    </dsp:sp>
    <dsp:sp modelId="{8C735BEE-488D-4428-AF46-56EA84DAFED5}">
      <dsp:nvSpPr>
        <dsp:cNvPr id="0" name=""/>
        <dsp:cNvSpPr/>
      </dsp:nvSpPr>
      <dsp:spPr>
        <a:xfrm>
          <a:off x="10074670" y="2808401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10173840" y="2808401"/>
        <a:ext cx="242415" cy="331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2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7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1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2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3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1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28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8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8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9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88" r:id="rId6"/>
    <p:sldLayoutId id="2147483784" r:id="rId7"/>
    <p:sldLayoutId id="2147483785" r:id="rId8"/>
    <p:sldLayoutId id="2147483786" r:id="rId9"/>
    <p:sldLayoutId id="2147483787" r:id="rId10"/>
    <p:sldLayoutId id="214748378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A0642DB-E84D-2974-538D-578B0CE8DA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-2" b="15972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Joshua and Joseph's</a:t>
            </a:r>
            <a:br>
              <a:rPr lang="en-US" sz="5100" dirty="0"/>
            </a:br>
            <a:r>
              <a:rPr lang="en-US" sz="5100">
                <a:solidFill>
                  <a:srgbClr val="FFFFFF"/>
                </a:solidFill>
              </a:rPr>
              <a:t>IoT Final Project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Protecting the space around vulnerable areas with an IoT alarm and </a:t>
            </a:r>
            <a:r>
              <a:rPr lang="en-US" sz="2400">
                <a:solidFill>
                  <a:srgbClr val="FFFFFF"/>
                </a:solidFill>
              </a:rPr>
              <a:t>counter-measure system.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D346C-B634-C5CC-C2BB-AD24A319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237694" cy="3364992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2800" dirty="0"/>
              <a:t>A Description of Our Problem: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General security and alarm system to protect </a:t>
            </a:r>
            <a:r>
              <a:rPr lang="en-US" sz="2800"/>
              <a:t>vulnerabilities/valuables</a:t>
            </a:r>
            <a:br>
              <a:rPr lang="en-US" sz="2800" dirty="0"/>
            </a:br>
            <a:br>
              <a:rPr lang="en-US" sz="2800" dirty="0"/>
            </a:br>
            <a:r>
              <a:rPr lang="en-US" sz="2800"/>
              <a:t>*Needs to include:</a:t>
            </a:r>
            <a:br>
              <a:rPr lang="en-US" sz="2800" dirty="0"/>
            </a:br>
            <a:r>
              <a:rPr lang="en-US" sz="2800" dirty="0"/>
              <a:t>Detection, Response, Connectivity, and Modes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C9EE0F3-F5BC-4DA3-B85A-F28F0CEE2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610067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263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AC883F-69DD-D349-B469-8CDE2139F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2C462-A920-EA5C-855C-641E9782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2121408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How our IoT solution works:</a:t>
            </a:r>
            <a:br>
              <a:rPr lang="en-US" sz="2200" dirty="0"/>
            </a:br>
            <a:r>
              <a:rPr lang="en-US" sz="2200" b="0" dirty="0"/>
              <a:t>Sensing/Actuating,</a:t>
            </a:r>
            <a:br>
              <a:rPr lang="en-US" sz="2200" b="0" dirty="0"/>
            </a:br>
            <a:r>
              <a:rPr lang="en-US" sz="2200" b="0" dirty="0"/>
              <a:t>MQTT </a:t>
            </a:r>
            <a:r>
              <a:rPr lang="en-US" sz="2200" b="0"/>
              <a:t>comms,</a:t>
            </a:r>
            <a:br>
              <a:rPr lang="en-US" sz="2200" b="0" dirty="0"/>
            </a:br>
            <a:r>
              <a:rPr lang="en-US" sz="2200" b="0"/>
              <a:t>MongoDB,</a:t>
            </a:r>
            <a:br>
              <a:rPr lang="en-US" sz="2200" b="0" dirty="0"/>
            </a:br>
            <a:r>
              <a:rPr lang="en-US" sz="2200" b="0"/>
              <a:t>Dashboard,</a:t>
            </a:r>
            <a:br>
              <a:rPr lang="en-US" sz="2200" b="0" dirty="0"/>
            </a:br>
            <a:r>
              <a:rPr lang="en-US" sz="2200" b="0"/>
              <a:t>React App</a:t>
            </a:r>
            <a:br>
              <a:rPr lang="en-US" sz="2200" dirty="0"/>
            </a:br>
            <a:endParaRPr lang="en-US" sz="2200" b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0749EA-BE79-9EB1-B769-385489D4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033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E5913DE-5FC3-6E84-57B7-19B2096A5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6630" y="612648"/>
            <a:ext cx="659282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Graphic 41" descr="Database">
            <a:extLst>
              <a:ext uri="{FF2B5EF4-FFF2-40B4-BE49-F238E27FC236}">
                <a16:creationId xmlns:a16="http://schemas.microsoft.com/office/drawing/2014/main" id="{C42E615F-BF64-2EA7-2F48-875B8A4790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9" y="3511363"/>
            <a:ext cx="2834640" cy="2834640"/>
          </a:xfrm>
          <a:prstGeom prst="rect">
            <a:avLst/>
          </a:prstGeom>
        </p:spPr>
      </p:pic>
      <p:graphicFrame>
        <p:nvGraphicFramePr>
          <p:cNvPr id="52" name="Content Placeholder 2">
            <a:extLst>
              <a:ext uri="{FF2B5EF4-FFF2-40B4-BE49-F238E27FC236}">
                <a16:creationId xmlns:a16="http://schemas.microsoft.com/office/drawing/2014/main" id="{9E0588F6-B0A2-52CA-F62A-E11146FA0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786824"/>
              </p:ext>
            </p:extLst>
          </p:nvPr>
        </p:nvGraphicFramePr>
        <p:xfrm>
          <a:off x="4544262" y="979799"/>
          <a:ext cx="7572116" cy="5366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457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5569F-541D-2DE3-EFFD-228587CD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/>
              <a:t>The hardware we use:</a:t>
            </a:r>
            <a:br>
              <a:rPr lang="en-US" dirty="0"/>
            </a:br>
            <a:r>
              <a:rPr lang="en-US" b="0"/>
              <a:t>Sensors and Actuators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B04B9A-A33C-B5E6-8227-F3B3C9A35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20337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209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0DB77-975E-0BE3-1051-F00892ED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software we used: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15CC0-79B5-12F1-0E35-650DAADF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459653"/>
            <a:ext cx="3077530" cy="388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ESP32 Firmware:</a:t>
            </a:r>
          </a:p>
          <a:p>
            <a:pPr marL="0" indent="0">
              <a:buNone/>
            </a:pPr>
            <a:r>
              <a:rPr lang="en-US"/>
              <a:t>-Reads PIR and sonar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-Determines presence</a:t>
            </a:r>
          </a:p>
          <a:p>
            <a:pPr marL="0" indent="0">
              <a:buNone/>
            </a:pPr>
            <a:r>
              <a:rPr lang="en-US"/>
              <a:t>-Activates LED and buzzers based on current mode</a:t>
            </a:r>
            <a:endParaRPr lang="en-US" dirty="0"/>
          </a:p>
          <a:p>
            <a:pPr marL="0" indent="0">
              <a:buNone/>
            </a:pPr>
            <a:r>
              <a:rPr lang="en-US"/>
              <a:t>-Published status/data and is subscribed to receive commands</a:t>
            </a:r>
            <a:endParaRPr lang="en-US" dirty="0"/>
          </a:p>
          <a:p>
            <a:pPr marL="0" indent="0">
              <a:buNone/>
            </a:pPr>
            <a:r>
              <a:rPr lang="en-US"/>
              <a:t>-Code is uploaded via Arduino IDE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E7432-8EE0-719F-9AA5-8F90747F39D0}"/>
              </a:ext>
            </a:extLst>
          </p:cNvPr>
          <p:cNvSpPr txBox="1"/>
          <p:nvPr/>
        </p:nvSpPr>
        <p:spPr>
          <a:xfrm rot="-10800000" flipV="1">
            <a:off x="3607547" y="2431715"/>
            <a:ext cx="341479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MQTT Messages:</a:t>
            </a:r>
          </a:p>
          <a:p>
            <a:r>
              <a:rPr lang="en-US" dirty="0"/>
              <a:t>-Data topic messages have a format similar to:</a:t>
            </a:r>
          </a:p>
          <a:p>
            <a:pPr algn="l"/>
            <a:r>
              <a:rPr lang="en-US" dirty="0"/>
              <a:t>{"</a:t>
            </a:r>
            <a:r>
              <a:rPr lang="en-US" dirty="0" err="1"/>
              <a:t>mode":"AUTO</a:t>
            </a:r>
            <a:r>
              <a:rPr lang="en-US" dirty="0"/>
              <a:t>",</a:t>
            </a:r>
          </a:p>
          <a:p>
            <a:r>
              <a:rPr lang="en-US" dirty="0"/>
              <a:t> "</a:t>
            </a:r>
            <a:r>
              <a:rPr lang="en-US" dirty="0" err="1"/>
              <a:t>presence":"true</a:t>
            </a:r>
            <a:r>
              <a:rPr lang="en-US" dirty="0"/>
              <a:t>,</a:t>
            </a:r>
          </a:p>
          <a:p>
            <a:r>
              <a:rPr lang="en-US" dirty="0"/>
              <a:t> "</a:t>
            </a:r>
            <a:r>
              <a:rPr lang="en-US" dirty="0" err="1"/>
              <a:t>actuators":true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-Command topic messages are similar to:</a:t>
            </a:r>
          </a:p>
          <a:p>
            <a:r>
              <a:rPr lang="en-US"/>
              <a:t>{"COMMAND":"ON",</a:t>
            </a:r>
            <a:endParaRPr lang="en-US" dirty="0"/>
          </a:p>
          <a:p>
            <a:r>
              <a:rPr lang="en-US"/>
              <a:t> "TIMESTAMP":"…",</a:t>
            </a:r>
            <a:endParaRPr lang="en-US" dirty="0"/>
          </a:p>
          <a:p>
            <a:r>
              <a:rPr lang="en-US"/>
              <a:t> "SOURCE":"REACT_APP"}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BC81A6-9C22-7FCD-7061-852DA17CD6E6}"/>
              </a:ext>
            </a:extLst>
          </p:cNvPr>
          <p:cNvSpPr txBox="1"/>
          <p:nvPr/>
        </p:nvSpPr>
        <p:spPr>
          <a:xfrm>
            <a:off x="7027851" y="2452564"/>
            <a:ext cx="421553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User Interfaces:</a:t>
            </a:r>
          </a:p>
          <a:p>
            <a:r>
              <a:rPr lang="en-US" dirty="0"/>
              <a:t>-React Snack app publishes commands </a:t>
            </a:r>
            <a:r>
              <a:rPr lang="en-US"/>
              <a:t>and shows latest system status</a:t>
            </a:r>
            <a:endParaRPr lang="en-US" dirty="0"/>
          </a:p>
          <a:p>
            <a:r>
              <a:rPr lang="en-US" dirty="0"/>
              <a:t>-Dashboard/database provide additional monitoring</a:t>
            </a:r>
          </a:p>
          <a:p>
            <a:r>
              <a:rPr lang="en-US"/>
              <a:t>-Our project supports 3 modes:</a:t>
            </a:r>
            <a:endParaRPr lang="en-US" dirty="0"/>
          </a:p>
          <a:p>
            <a:pPr marL="342900" indent="-342900">
              <a:buAutoNum type="arabicParenR"/>
            </a:pPr>
            <a:r>
              <a:rPr lang="en-US"/>
              <a:t>AUTO: actuators are active only when a presence is detected</a:t>
            </a: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ON: actuators are active constantly, </a:t>
            </a:r>
            <a:r>
              <a:rPr lang="en-US"/>
              <a:t>regardless</a:t>
            </a:r>
            <a:r>
              <a:rPr lang="en-US" dirty="0"/>
              <a:t> of presence detection</a:t>
            </a:r>
          </a:p>
          <a:p>
            <a:pPr marL="342900" indent="-342900">
              <a:buAutoNum type="arabicParenR"/>
            </a:pPr>
            <a:r>
              <a:rPr lang="en-US"/>
              <a:t>OFF: actuators do not activate ever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3488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6693-F095-7902-5B0E-DFF7E8E9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</a:t>
            </a:r>
            <a:r>
              <a:rPr lang="en-US"/>
              <a:t>Implementation: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7612-9852-39C0-D4C0-60BF5CB9D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498398"/>
            <a:ext cx="4738838" cy="3847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-Potential Risks Addressed:</a:t>
            </a:r>
            <a:endParaRPr lang="en-US" sz="1700" dirty="0">
              <a:ea typeface="+mn-lt"/>
              <a:cs typeface="+mn-lt"/>
            </a:endParaRPr>
          </a:p>
          <a:p>
            <a:r>
              <a:rPr lang="en-US" sz="1700">
                <a:solidFill>
                  <a:srgbClr val="17253A"/>
                </a:solidFill>
                <a:latin typeface="Aptos"/>
              </a:rPr>
              <a:t> Malformed MQTT messages</a:t>
            </a:r>
            <a:endParaRPr lang="en-US"/>
          </a:p>
          <a:p>
            <a:r>
              <a:rPr lang="en-US" sz="1700">
                <a:solidFill>
                  <a:srgbClr val="17253A"/>
                </a:solidFill>
                <a:latin typeface="Aptos"/>
              </a:rPr>
              <a:t> Unexpected fields or data types</a:t>
            </a:r>
            <a:endParaRPr lang="en-US"/>
          </a:p>
          <a:p>
            <a:r>
              <a:rPr lang="en-US" sz="1700">
                <a:solidFill>
                  <a:srgbClr val="17253A"/>
                </a:solidFill>
                <a:latin typeface="Aptos"/>
              </a:rPr>
              <a:t>Oversized payloads</a:t>
            </a:r>
            <a:endParaRPr lang="en-US"/>
          </a:p>
          <a:p>
            <a:r>
              <a:rPr lang="en-US" sz="1700">
                <a:solidFill>
                  <a:srgbClr val="17253A"/>
                </a:solidFill>
                <a:latin typeface="Aptos"/>
              </a:rPr>
              <a:t> Unknown commands</a:t>
            </a:r>
            <a:endParaRPr lang="en-US"/>
          </a:p>
          <a:p>
            <a:endParaRPr lang="en-US" sz="1600" dirty="0">
              <a:solidFill>
                <a:srgbClr val="17253A"/>
              </a:solidFill>
              <a:latin typeface="Aptos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89337-7DF9-FB64-6C44-5E7D0CDF7CF1}"/>
              </a:ext>
            </a:extLst>
          </p:cNvPr>
          <p:cNvSpPr txBox="1"/>
          <p:nvPr/>
        </p:nvSpPr>
        <p:spPr>
          <a:xfrm>
            <a:off x="5875421" y="2606842"/>
            <a:ext cx="2743200" cy="2766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-Checks implemented: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600">
                <a:solidFill>
                  <a:srgbClr val="17253A"/>
                </a:solidFill>
                <a:latin typeface="Aptos"/>
              </a:rPr>
              <a:t>Require JSON structure</a:t>
            </a:r>
            <a:endParaRPr lang="en-US" sz="1600">
              <a:latin typeface="Aptos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600">
                <a:solidFill>
                  <a:srgbClr val="17253A"/>
                </a:solidFill>
                <a:latin typeface="Aptos"/>
              </a:rPr>
              <a:t>Verify required field names</a:t>
            </a:r>
            <a:endParaRPr lang="en-US" sz="1600">
              <a:latin typeface="Aptos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600">
                <a:solidFill>
                  <a:srgbClr val="17253A"/>
                </a:solidFill>
                <a:latin typeface="Aptos"/>
              </a:rPr>
              <a:t> Check field count, types, and sizes</a:t>
            </a:r>
            <a:endParaRPr lang="en-US" sz="1600">
              <a:latin typeface="Aptos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600">
                <a:solidFill>
                  <a:srgbClr val="17253A"/>
                </a:solidFill>
                <a:latin typeface="Aptos"/>
              </a:rPr>
              <a:t>Allow only approved command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5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CA059-78E1-40F3-BD07-2111F2F4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A quick Demo!</a:t>
            </a:r>
            <a:br>
              <a:rPr lang="en-US" dirty="0"/>
            </a:br>
            <a:r>
              <a:rPr lang="en-US" b="0" dirty="0"/>
              <a:t>Here's what we'll be showing: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2564271-16D8-1502-77F4-495519D68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18625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195101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GestaltVTI</vt:lpstr>
      <vt:lpstr>Joshua and Joseph's IoT Final Project</vt:lpstr>
      <vt:lpstr>A Description of Our Problem:  General security and alarm system to protect vulnerabilities/valuables  *Needs to include: Detection, Response, Connectivity, and Modes</vt:lpstr>
      <vt:lpstr>How our IoT solution works: Sensing/Actuating, MQTT comms, MongoDB, Dashboard, React App </vt:lpstr>
      <vt:lpstr>The hardware we use: Sensors and Actuators</vt:lpstr>
      <vt:lpstr>What software we used: </vt:lpstr>
      <vt:lpstr>Security Implementation:</vt:lpstr>
      <vt:lpstr>A quick Demo! Here's what we'll be showing: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382</cp:revision>
  <dcterms:created xsi:type="dcterms:W3CDTF">2026-04-18T03:41:57Z</dcterms:created>
  <dcterms:modified xsi:type="dcterms:W3CDTF">2026-04-18T06:28:30Z</dcterms:modified>
</cp:coreProperties>
</file>